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58" r:id="rId5"/>
    <p:sldId id="267" r:id="rId6"/>
    <p:sldId id="268" r:id="rId7"/>
    <p:sldId id="260" r:id="rId8"/>
    <p:sldId id="270" r:id="rId9"/>
    <p:sldId id="266" r:id="rId10"/>
    <p:sldId id="271" r:id="rId11"/>
    <p:sldId id="269" r:id="rId12"/>
    <p:sldId id="272" r:id="rId13"/>
    <p:sldId id="273" r:id="rId14"/>
    <p:sldId id="264" r:id="rId15"/>
    <p:sldId id="263" r:id="rId16"/>
    <p:sldId id="276" r:id="rId17"/>
    <p:sldId id="274" r:id="rId18"/>
    <p:sldId id="265" r:id="rId19"/>
  </p:sldIdLst>
  <p:sldSz cx="18288000" cy="10287000"/>
  <p:notesSz cx="6858000" cy="9144000"/>
  <p:embeddedFontLst>
    <p:embeddedFont>
      <p:font typeface="Raleway Heavy" panose="020B0604020202020204" charset="0"/>
      <p:regular r:id="rId21"/>
    </p:embeddedFont>
    <p:embeddedFont>
      <p:font typeface="Raleway Italics" panose="020B0604020202020204" charset="0"/>
      <p:regular r:id="rId22"/>
    </p:embeddedFont>
    <p:embeddedFont>
      <p:font typeface="Poppins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Raleway" panose="020B0604020202020204" charset="0"/>
      <p:regular r:id="rId28"/>
    </p:embeddedFont>
    <p:embeddedFont>
      <p:font typeface="Raleway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37" autoAdjust="0"/>
    <p:restoredTop sz="94622" autoAdjust="0"/>
  </p:normalViewPr>
  <p:slideViewPr>
    <p:cSldViewPr>
      <p:cViewPr varScale="1">
        <p:scale>
          <a:sx n="41" d="100"/>
          <a:sy n="41" d="100"/>
        </p:scale>
        <p:origin x="2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699FB9-CE16-467E-997B-31246123C6AC}" type="doc">
      <dgm:prSet loTypeId="urn:microsoft.com/office/officeart/2005/8/layout/vList2" loCatId="list" qsTypeId="urn:microsoft.com/office/officeart/2005/8/quickstyle/simple2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CAFA0679-4F9E-4CBD-8D64-28303FBC3871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Problem-solving: </a:t>
          </a:r>
          <a:r>
            <a:rPr lang="en-US" b="0" i="0" baseline="0" dirty="0" smtClean="0">
              <a:latin typeface="Raleway" panose="020B0604020202020204" charset="0"/>
            </a:rPr>
            <a:t>Divide flight management into smaller tasks.</a:t>
          </a:r>
          <a:endParaRPr lang="en-US" dirty="0">
            <a:latin typeface="Raleway" panose="020B0604020202020204" charset="0"/>
          </a:endParaRPr>
        </a:p>
      </dgm:t>
    </dgm:pt>
    <dgm:pt modelId="{D75193A8-C89E-4F5D-8A50-3194A6F9B977}" type="parTrans" cxnId="{C3529A03-3F88-4B60-957E-E7A3E995A95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7F82CC8-69D9-440C-8662-87C8228E47F0}" type="sibTrans" cxnId="{C3529A03-3F88-4B60-957E-E7A3E995A95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3F5D2E1-D140-4E03-B9A1-55F1053F08C0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Algorithm: </a:t>
          </a:r>
          <a:r>
            <a:rPr lang="en-US" b="0" i="0" baseline="0" dirty="0" smtClean="0">
              <a:latin typeface="Raleway" panose="020B0604020202020204" charset="0"/>
            </a:rPr>
            <a:t>Define the steps for adding, searching, and updating flights.</a:t>
          </a:r>
          <a:endParaRPr lang="en-US" dirty="0">
            <a:latin typeface="Raleway" panose="020B0604020202020204" charset="0"/>
          </a:endParaRPr>
        </a:p>
      </dgm:t>
    </dgm:pt>
    <dgm:pt modelId="{B262C744-9EF6-4EC2-B6FC-CF2BAE3DA06F}" type="parTrans" cxnId="{1DDF88BF-B5F1-4E9A-BFC5-E44014FD465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A09716E-A9B9-4FA6-AC62-A7AB17BF41D3}" type="sibTrans" cxnId="{1DDF88BF-B5F1-4E9A-BFC5-E44014FD465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8D3E384-5F9A-4350-BCDC-03BACCFAC413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Java structure: </a:t>
          </a:r>
          <a:r>
            <a:rPr lang="en-US" b="0" i="0" baseline="0" dirty="0" smtClean="0">
              <a:latin typeface="Raleway" panose="020B0604020202020204" charset="0"/>
            </a:rPr>
            <a:t>Use a class and the main() method as the program's entry point.</a:t>
          </a:r>
          <a:endParaRPr lang="en-US" dirty="0">
            <a:latin typeface="Raleway" panose="020B0604020202020204" charset="0"/>
          </a:endParaRPr>
        </a:p>
      </dgm:t>
    </dgm:pt>
    <dgm:pt modelId="{B96758F0-645D-4E5D-BF7C-C28846FD7982}" type="parTrans" cxnId="{F0DADDE4-57A3-49CA-9843-66FB1899A21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26F55254-A946-4F9A-8D1F-C8DEF1623CF9}" type="sibTrans" cxnId="{F0DADDE4-57A3-49CA-9843-66FB1899A21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34B28D4-B8CE-4719-9D37-E1B788313AED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Variables and data types: </a:t>
          </a:r>
          <a:r>
            <a:rPr lang="en-US" b="0" i="0" baseline="0" dirty="0" smtClean="0">
              <a:latin typeface="Raleway" panose="020B0604020202020204" charset="0"/>
            </a:rPr>
            <a:t>Store flight details using String, and menu choices using int.</a:t>
          </a:r>
          <a:endParaRPr lang="en-US" dirty="0">
            <a:latin typeface="Raleway" panose="020B0604020202020204" charset="0"/>
          </a:endParaRPr>
        </a:p>
      </dgm:t>
    </dgm:pt>
    <dgm:pt modelId="{E0D26E36-6E6C-46F6-9550-B326586D29B6}" type="parTrans" cxnId="{38B23319-8F01-4260-97E1-B6484F632B8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20144B83-16EC-4C81-8609-A77C59A5B383}" type="sibTrans" cxnId="{38B23319-8F01-4260-97E1-B6484F632B8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B4A5C26-2335-4126-BC0A-133C2C184BA7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Operators: </a:t>
          </a:r>
          <a:r>
            <a:rPr lang="en-US" b="0" i="0" baseline="0" dirty="0" smtClean="0">
              <a:latin typeface="Raleway" panose="020B0604020202020204" charset="0"/>
            </a:rPr>
            <a:t>Use assignment, comparison, and logical operators.</a:t>
          </a:r>
          <a:endParaRPr lang="en-US" dirty="0">
            <a:latin typeface="Raleway" panose="020B0604020202020204" charset="0"/>
          </a:endParaRPr>
        </a:p>
      </dgm:t>
    </dgm:pt>
    <dgm:pt modelId="{A9115C36-8DB4-4E11-871F-640936DA5432}" type="parTrans" cxnId="{DAED51F7-D705-430C-A2AE-B5FA4706832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02E6EF3-C2F1-4E03-9C81-BADC93D1E657}" type="sibTrans" cxnId="{DAED51F7-D705-430C-A2AE-B5FA4706832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B663221-0D85-46BE-B9B9-0D30F25A2DF7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Console I/O: </a:t>
          </a:r>
          <a:r>
            <a:rPr lang="en-US" b="0" i="0" baseline="0" dirty="0" smtClean="0">
              <a:latin typeface="Raleway" panose="020B0604020202020204" charset="0"/>
            </a:rPr>
            <a:t>Use Scanner to read user input and </a:t>
          </a:r>
          <a:r>
            <a:rPr lang="en-US" b="0" i="0" baseline="0" dirty="0" err="1" smtClean="0">
              <a:latin typeface="Raleway" panose="020B0604020202020204" charset="0"/>
            </a:rPr>
            <a:t>System.out.println</a:t>
          </a:r>
          <a:r>
            <a:rPr lang="en-US" b="0" i="0" baseline="0" dirty="0" smtClean="0">
              <a:latin typeface="Raleway" panose="020B0604020202020204" charset="0"/>
            </a:rPr>
            <a:t>() to display results.</a:t>
          </a:r>
          <a:endParaRPr lang="en-US" dirty="0">
            <a:latin typeface="Raleway" panose="020B0604020202020204" charset="0"/>
          </a:endParaRPr>
        </a:p>
      </dgm:t>
    </dgm:pt>
    <dgm:pt modelId="{CB98EDD1-1FFF-44E9-A245-4BDEC2FE347D}" type="parTrans" cxnId="{CD858621-DED6-4BF7-911F-3A8F54B1FAF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08A4538-903C-4394-863E-FFACC0852EBA}" type="sibTrans" cxnId="{CD858621-DED6-4BF7-911F-3A8F54B1FAF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7C54DAF-7730-4B25-85D9-F41D0BC3FD85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Example: </a:t>
          </a:r>
          <a:r>
            <a:rPr lang="en-US" b="0" i="0" baseline="0" dirty="0" smtClean="0">
              <a:latin typeface="Raleway" panose="020B0604020202020204" charset="0"/>
            </a:rPr>
            <a:t>The program reads a menu choice and performs the corresponding operation.</a:t>
          </a:r>
          <a:endParaRPr lang="en-US" dirty="0">
            <a:latin typeface="Raleway" panose="020B0604020202020204" charset="0"/>
          </a:endParaRPr>
        </a:p>
      </dgm:t>
    </dgm:pt>
    <dgm:pt modelId="{53115588-0115-4999-8794-2DBD091F8437}" type="parTrans" cxnId="{49DBBA49-D922-40E6-953A-FA3395620FC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76AB7DBA-2683-4399-8FCB-F26AF6190CB9}" type="sibTrans" cxnId="{49DBBA49-D922-40E6-953A-FA3395620FC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7242747-0ABC-428F-AF53-1576BA83E8BB}" type="pres">
      <dgm:prSet presAssocID="{87699FB9-CE16-467E-997B-31246123C6A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5B70133-214E-4B86-8109-D29582F698F1}" type="pres">
      <dgm:prSet presAssocID="{CAFA0679-4F9E-4CBD-8D64-28303FBC3871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1DBAC1-E9B5-4A12-8F15-3F723DDBF6A7}" type="pres">
      <dgm:prSet presAssocID="{F7F82CC8-69D9-440C-8662-87C8228E47F0}" presName="spacer" presStyleCnt="0"/>
      <dgm:spPr/>
    </dgm:pt>
    <dgm:pt modelId="{8772EDCD-F039-4395-939B-441EFD8ADAA1}" type="pres">
      <dgm:prSet presAssocID="{43F5D2E1-D140-4E03-B9A1-55F1053F08C0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01D869-4622-48A3-8E13-370B233E386B}" type="pres">
      <dgm:prSet presAssocID="{9A09716E-A9B9-4FA6-AC62-A7AB17BF41D3}" presName="spacer" presStyleCnt="0"/>
      <dgm:spPr/>
    </dgm:pt>
    <dgm:pt modelId="{551A5AB7-0633-4CFB-8227-C86CE86D72E7}" type="pres">
      <dgm:prSet presAssocID="{C8D3E384-5F9A-4350-BCDC-03BACCFAC413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7E49DA-DF5C-47E5-8105-5210FE27B641}" type="pres">
      <dgm:prSet presAssocID="{26F55254-A946-4F9A-8D1F-C8DEF1623CF9}" presName="spacer" presStyleCnt="0"/>
      <dgm:spPr/>
    </dgm:pt>
    <dgm:pt modelId="{FA6DF26B-CBEC-40F7-AA70-9DA447EC9B2F}" type="pres">
      <dgm:prSet presAssocID="{B34B28D4-B8CE-4719-9D37-E1B788313AED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254D9-5135-4ED4-BA5A-B59CA2FD6DC1}" type="pres">
      <dgm:prSet presAssocID="{20144B83-16EC-4C81-8609-A77C59A5B383}" presName="spacer" presStyleCnt="0"/>
      <dgm:spPr/>
    </dgm:pt>
    <dgm:pt modelId="{87A2D5CD-37C8-4ED2-B355-CC1F4847ED81}" type="pres">
      <dgm:prSet presAssocID="{BB4A5C26-2335-4126-BC0A-133C2C184BA7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397FF5-1B65-40A5-9DA6-359B369201BB}" type="pres">
      <dgm:prSet presAssocID="{502E6EF3-C2F1-4E03-9C81-BADC93D1E657}" presName="spacer" presStyleCnt="0"/>
      <dgm:spPr/>
    </dgm:pt>
    <dgm:pt modelId="{AFF27712-B110-4735-B5E1-EC5D1631A28A}" type="pres">
      <dgm:prSet presAssocID="{AB663221-0D85-46BE-B9B9-0D30F25A2DF7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395D1D-B891-4846-819C-C9E1669A6968}" type="pres">
      <dgm:prSet presAssocID="{C08A4538-903C-4394-863E-FFACC0852EBA}" presName="spacer" presStyleCnt="0"/>
      <dgm:spPr/>
    </dgm:pt>
    <dgm:pt modelId="{AB854419-CB6D-4C51-979C-E4E0F01D91D1}" type="pres">
      <dgm:prSet presAssocID="{C7C54DAF-7730-4B25-85D9-F41D0BC3FD85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529A03-3F88-4B60-957E-E7A3E995A954}" srcId="{87699FB9-CE16-467E-997B-31246123C6AC}" destId="{CAFA0679-4F9E-4CBD-8D64-28303FBC3871}" srcOrd="0" destOrd="0" parTransId="{D75193A8-C89E-4F5D-8A50-3194A6F9B977}" sibTransId="{F7F82CC8-69D9-440C-8662-87C8228E47F0}"/>
    <dgm:cxn modelId="{215B19B4-018D-4574-839C-891960DB2507}" type="presOf" srcId="{BB4A5C26-2335-4126-BC0A-133C2C184BA7}" destId="{87A2D5CD-37C8-4ED2-B355-CC1F4847ED81}" srcOrd="0" destOrd="0" presId="urn:microsoft.com/office/officeart/2005/8/layout/vList2"/>
    <dgm:cxn modelId="{234FA2BA-B15C-4DBE-B243-FB223519D5F3}" type="presOf" srcId="{CAFA0679-4F9E-4CBD-8D64-28303FBC3871}" destId="{25B70133-214E-4B86-8109-D29582F698F1}" srcOrd="0" destOrd="0" presId="urn:microsoft.com/office/officeart/2005/8/layout/vList2"/>
    <dgm:cxn modelId="{49DBBA49-D922-40E6-953A-FA3395620FCA}" srcId="{87699FB9-CE16-467E-997B-31246123C6AC}" destId="{C7C54DAF-7730-4B25-85D9-F41D0BC3FD85}" srcOrd="6" destOrd="0" parTransId="{53115588-0115-4999-8794-2DBD091F8437}" sibTransId="{76AB7DBA-2683-4399-8FCB-F26AF6190CB9}"/>
    <dgm:cxn modelId="{CD858621-DED6-4BF7-911F-3A8F54B1FAFD}" srcId="{87699FB9-CE16-467E-997B-31246123C6AC}" destId="{AB663221-0D85-46BE-B9B9-0D30F25A2DF7}" srcOrd="5" destOrd="0" parTransId="{CB98EDD1-1FFF-44E9-A245-4BDEC2FE347D}" sibTransId="{C08A4538-903C-4394-863E-FFACC0852EBA}"/>
    <dgm:cxn modelId="{1DDF88BF-B5F1-4E9A-BFC5-E44014FD4659}" srcId="{87699FB9-CE16-467E-997B-31246123C6AC}" destId="{43F5D2E1-D140-4E03-B9A1-55F1053F08C0}" srcOrd="1" destOrd="0" parTransId="{B262C744-9EF6-4EC2-B6FC-CF2BAE3DA06F}" sibTransId="{9A09716E-A9B9-4FA6-AC62-A7AB17BF41D3}"/>
    <dgm:cxn modelId="{2F2DCC94-165C-4E97-961D-7CA4AB72F0D9}" type="presOf" srcId="{87699FB9-CE16-467E-997B-31246123C6AC}" destId="{17242747-0ABC-428F-AF53-1576BA83E8BB}" srcOrd="0" destOrd="0" presId="urn:microsoft.com/office/officeart/2005/8/layout/vList2"/>
    <dgm:cxn modelId="{7EA36206-17B8-465A-A4A6-3CB607742B24}" type="presOf" srcId="{43F5D2E1-D140-4E03-B9A1-55F1053F08C0}" destId="{8772EDCD-F039-4395-939B-441EFD8ADAA1}" srcOrd="0" destOrd="0" presId="urn:microsoft.com/office/officeart/2005/8/layout/vList2"/>
    <dgm:cxn modelId="{38B23319-8F01-4260-97E1-B6484F632B87}" srcId="{87699FB9-CE16-467E-997B-31246123C6AC}" destId="{B34B28D4-B8CE-4719-9D37-E1B788313AED}" srcOrd="3" destOrd="0" parTransId="{E0D26E36-6E6C-46F6-9550-B326586D29B6}" sibTransId="{20144B83-16EC-4C81-8609-A77C59A5B383}"/>
    <dgm:cxn modelId="{DAED51F7-D705-430C-A2AE-B5FA47068320}" srcId="{87699FB9-CE16-467E-997B-31246123C6AC}" destId="{BB4A5C26-2335-4126-BC0A-133C2C184BA7}" srcOrd="4" destOrd="0" parTransId="{A9115C36-8DB4-4E11-871F-640936DA5432}" sibTransId="{502E6EF3-C2F1-4E03-9C81-BADC93D1E657}"/>
    <dgm:cxn modelId="{07FD403D-A104-4EF5-B398-21992DB6F571}" type="presOf" srcId="{C8D3E384-5F9A-4350-BCDC-03BACCFAC413}" destId="{551A5AB7-0633-4CFB-8227-C86CE86D72E7}" srcOrd="0" destOrd="0" presId="urn:microsoft.com/office/officeart/2005/8/layout/vList2"/>
    <dgm:cxn modelId="{4FBC7EED-D2DA-412E-B6F8-3D650C2E8026}" type="presOf" srcId="{C7C54DAF-7730-4B25-85D9-F41D0BC3FD85}" destId="{AB854419-CB6D-4C51-979C-E4E0F01D91D1}" srcOrd="0" destOrd="0" presId="urn:microsoft.com/office/officeart/2005/8/layout/vList2"/>
    <dgm:cxn modelId="{F0DADDE4-57A3-49CA-9843-66FB1899A216}" srcId="{87699FB9-CE16-467E-997B-31246123C6AC}" destId="{C8D3E384-5F9A-4350-BCDC-03BACCFAC413}" srcOrd="2" destOrd="0" parTransId="{B96758F0-645D-4E5D-BF7C-C28846FD7982}" sibTransId="{26F55254-A946-4F9A-8D1F-C8DEF1623CF9}"/>
    <dgm:cxn modelId="{18A9762B-0914-4A81-B464-433ABF83945E}" type="presOf" srcId="{B34B28D4-B8CE-4719-9D37-E1B788313AED}" destId="{FA6DF26B-CBEC-40F7-AA70-9DA447EC9B2F}" srcOrd="0" destOrd="0" presId="urn:microsoft.com/office/officeart/2005/8/layout/vList2"/>
    <dgm:cxn modelId="{CB0831AD-AC26-40C8-A568-A4FF1FBD0382}" type="presOf" srcId="{AB663221-0D85-46BE-B9B9-0D30F25A2DF7}" destId="{AFF27712-B110-4735-B5E1-EC5D1631A28A}" srcOrd="0" destOrd="0" presId="urn:microsoft.com/office/officeart/2005/8/layout/vList2"/>
    <dgm:cxn modelId="{DA578BEC-1F86-4F35-819E-CE8CEAA79815}" type="presParOf" srcId="{17242747-0ABC-428F-AF53-1576BA83E8BB}" destId="{25B70133-214E-4B86-8109-D29582F698F1}" srcOrd="0" destOrd="0" presId="urn:microsoft.com/office/officeart/2005/8/layout/vList2"/>
    <dgm:cxn modelId="{A3B211A7-B597-4944-97D6-8956945800E1}" type="presParOf" srcId="{17242747-0ABC-428F-AF53-1576BA83E8BB}" destId="{931DBAC1-E9B5-4A12-8F15-3F723DDBF6A7}" srcOrd="1" destOrd="0" presId="urn:microsoft.com/office/officeart/2005/8/layout/vList2"/>
    <dgm:cxn modelId="{F2C35FC8-FF63-4D8D-9E8F-8967D3D2256B}" type="presParOf" srcId="{17242747-0ABC-428F-AF53-1576BA83E8BB}" destId="{8772EDCD-F039-4395-939B-441EFD8ADAA1}" srcOrd="2" destOrd="0" presId="urn:microsoft.com/office/officeart/2005/8/layout/vList2"/>
    <dgm:cxn modelId="{AD12D17C-2B70-47D6-8F8A-5F6EDF1B4658}" type="presParOf" srcId="{17242747-0ABC-428F-AF53-1576BA83E8BB}" destId="{3501D869-4622-48A3-8E13-370B233E386B}" srcOrd="3" destOrd="0" presId="urn:microsoft.com/office/officeart/2005/8/layout/vList2"/>
    <dgm:cxn modelId="{F6BEC800-34F6-450B-B95F-9090DE263A55}" type="presParOf" srcId="{17242747-0ABC-428F-AF53-1576BA83E8BB}" destId="{551A5AB7-0633-4CFB-8227-C86CE86D72E7}" srcOrd="4" destOrd="0" presId="urn:microsoft.com/office/officeart/2005/8/layout/vList2"/>
    <dgm:cxn modelId="{E7C389ED-7161-4088-850F-CED1F3F2064B}" type="presParOf" srcId="{17242747-0ABC-428F-AF53-1576BA83E8BB}" destId="{697E49DA-DF5C-47E5-8105-5210FE27B641}" srcOrd="5" destOrd="0" presId="urn:microsoft.com/office/officeart/2005/8/layout/vList2"/>
    <dgm:cxn modelId="{F6B12262-D9C4-4500-B332-2DECD0C639C2}" type="presParOf" srcId="{17242747-0ABC-428F-AF53-1576BA83E8BB}" destId="{FA6DF26B-CBEC-40F7-AA70-9DA447EC9B2F}" srcOrd="6" destOrd="0" presId="urn:microsoft.com/office/officeart/2005/8/layout/vList2"/>
    <dgm:cxn modelId="{3F0C8C14-938F-4951-8156-E74543B884CF}" type="presParOf" srcId="{17242747-0ABC-428F-AF53-1576BA83E8BB}" destId="{166254D9-5135-4ED4-BA5A-B59CA2FD6DC1}" srcOrd="7" destOrd="0" presId="urn:microsoft.com/office/officeart/2005/8/layout/vList2"/>
    <dgm:cxn modelId="{CD86CDCE-F699-4714-85D9-D416A3244A1D}" type="presParOf" srcId="{17242747-0ABC-428F-AF53-1576BA83E8BB}" destId="{87A2D5CD-37C8-4ED2-B355-CC1F4847ED81}" srcOrd="8" destOrd="0" presId="urn:microsoft.com/office/officeart/2005/8/layout/vList2"/>
    <dgm:cxn modelId="{88158006-3143-4D96-9F5E-B8EBF244B134}" type="presParOf" srcId="{17242747-0ABC-428F-AF53-1576BA83E8BB}" destId="{03397FF5-1B65-40A5-9DA6-359B369201BB}" srcOrd="9" destOrd="0" presId="urn:microsoft.com/office/officeart/2005/8/layout/vList2"/>
    <dgm:cxn modelId="{D61B9B1C-6C12-403A-A2F9-BC0A9469C5D4}" type="presParOf" srcId="{17242747-0ABC-428F-AF53-1576BA83E8BB}" destId="{AFF27712-B110-4735-B5E1-EC5D1631A28A}" srcOrd="10" destOrd="0" presId="urn:microsoft.com/office/officeart/2005/8/layout/vList2"/>
    <dgm:cxn modelId="{1392FA70-B806-4EA1-A99D-58E2796F6381}" type="presParOf" srcId="{17242747-0ABC-428F-AF53-1576BA83E8BB}" destId="{AB395D1D-B891-4846-819C-C9E1669A6968}" srcOrd="11" destOrd="0" presId="urn:microsoft.com/office/officeart/2005/8/layout/vList2"/>
    <dgm:cxn modelId="{DF131A6A-A625-4DE7-8A45-B0A52782C179}" type="presParOf" srcId="{17242747-0ABC-428F-AF53-1576BA83E8BB}" destId="{AB854419-CB6D-4C51-979C-E4E0F01D91D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5FAE3F-FEA1-49D5-A01F-A0B84141420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562FC7FA-EE45-4DF3-97AE-237217EF763F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if and if-else: </a:t>
          </a:r>
          <a:r>
            <a:rPr lang="en-US" b="0" i="0" baseline="0" dirty="0" smtClean="0">
              <a:latin typeface="Raleway" panose="020B0604020202020204" charset="0"/>
            </a:rPr>
            <a:t>Validate inputs and check whether a flight exists.</a:t>
          </a:r>
          <a:endParaRPr lang="en-US" dirty="0">
            <a:latin typeface="Raleway" panose="020B0604020202020204" charset="0"/>
          </a:endParaRPr>
        </a:p>
      </dgm:t>
    </dgm:pt>
    <dgm:pt modelId="{788D5100-93C7-4697-86F4-1C29D1873674}" type="parTrans" cxnId="{5C0ECD6F-8930-4E4A-97B4-58901165745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3AC5198-9E08-4BC6-9FD4-10E7F547A4EF}" type="sibTrans" cxnId="{5C0ECD6F-8930-4E4A-97B4-58901165745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ECA86CF-B859-4315-BA85-6BD25C238B7E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Nested conditions</a:t>
          </a:r>
          <a:r>
            <a:rPr lang="en-US" b="0" i="0" baseline="0" dirty="0" smtClean="0">
              <a:latin typeface="Raleway" panose="020B0604020202020204" charset="0"/>
            </a:rPr>
            <a:t>: Check multiple conditions when required.</a:t>
          </a:r>
          <a:endParaRPr lang="en-US" dirty="0">
            <a:latin typeface="Raleway" panose="020B0604020202020204" charset="0"/>
          </a:endParaRPr>
        </a:p>
      </dgm:t>
    </dgm:pt>
    <dgm:pt modelId="{9D5150F7-5310-40E1-8DB3-5B2B78933490}" type="parTrans" cxnId="{509337F8-EA21-4D31-9C2D-D4C931F5529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4BB3766-1C3B-4FC0-AE6D-F7E188BD3C5F}" type="sibTrans" cxnId="{509337F8-EA21-4D31-9C2D-D4C931F5529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1A53781-034A-4460-B709-D178786C2316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switch: </a:t>
          </a:r>
          <a:r>
            <a:rPr lang="en-US" b="0" i="0" baseline="0" dirty="0" smtClean="0">
              <a:latin typeface="Raleway" panose="020B0604020202020204" charset="0"/>
            </a:rPr>
            <a:t>Select an operation from the menu.</a:t>
          </a:r>
          <a:endParaRPr lang="en-US" dirty="0">
            <a:latin typeface="Raleway" panose="020B0604020202020204" charset="0"/>
          </a:endParaRPr>
        </a:p>
      </dgm:t>
    </dgm:pt>
    <dgm:pt modelId="{FB062E6D-127A-41EE-A780-59FF06A327A2}" type="parTrans" cxnId="{7AEF277B-375C-43D4-9753-7E0ABE33202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0A9CE91-DC6D-48A6-8C13-BE0EE1842A50}" type="sibTrans" cxnId="{7AEF277B-375C-43D4-9753-7E0ABE33202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3B5E277-CC2D-45CE-B990-669DF92562ED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default and break: </a:t>
          </a:r>
          <a:r>
            <a:rPr lang="en-US" b="0" i="0" baseline="0" dirty="0" smtClean="0">
              <a:latin typeface="Raleway" panose="020B0604020202020204" charset="0"/>
            </a:rPr>
            <a:t>Handle invalid choices and stop a selected case.</a:t>
          </a:r>
          <a:endParaRPr lang="en-US" dirty="0">
            <a:latin typeface="Raleway" panose="020B0604020202020204" charset="0"/>
          </a:endParaRPr>
        </a:p>
      </dgm:t>
    </dgm:pt>
    <dgm:pt modelId="{9ABBE883-C95D-4F62-9D4E-A5C3B83633C4}" type="parTrans" cxnId="{ECB35CB7-6C38-4EF6-A659-2CC9D042182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8B2B4AB-40A3-42E8-ACD1-F1CF57A91D79}" type="sibTrans" cxnId="{ECB35CB7-6C38-4EF6-A659-2CC9D042182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941A8CB-FFA6-4C41-BED3-5CC193DE5F51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for loop: </a:t>
          </a:r>
          <a:r>
            <a:rPr lang="en-US" b="0" i="0" baseline="0" dirty="0" smtClean="0">
              <a:latin typeface="Raleway" panose="020B0604020202020204" charset="0"/>
            </a:rPr>
            <a:t>Traverse flight records.</a:t>
          </a:r>
          <a:endParaRPr lang="en-US" dirty="0">
            <a:latin typeface="Raleway" panose="020B0604020202020204" charset="0"/>
          </a:endParaRPr>
        </a:p>
      </dgm:t>
    </dgm:pt>
    <dgm:pt modelId="{7920E1A2-4A66-4320-B41E-E90903B68653}" type="parTrans" cxnId="{5621FBCD-C629-4F05-9E83-8F8EA50210E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500F1DD-DE3B-4FE2-BF3F-1C2DCFF7C84B}" type="sibTrans" cxnId="{5621FBCD-C629-4F05-9E83-8F8EA50210E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BAC0699-C7FA-4902-8603-2D21F28C4737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do-while loop</a:t>
          </a:r>
          <a:r>
            <a:rPr lang="en-US" b="0" i="0" baseline="0" dirty="0" smtClean="0">
              <a:latin typeface="Raleway" panose="020B0604020202020204" charset="0"/>
            </a:rPr>
            <a:t>: Repeat the menu until the user exits.</a:t>
          </a:r>
          <a:endParaRPr lang="en-US" dirty="0">
            <a:latin typeface="Raleway" panose="020B0604020202020204" charset="0"/>
          </a:endParaRPr>
        </a:p>
      </dgm:t>
    </dgm:pt>
    <dgm:pt modelId="{100D53F1-4805-428F-8025-93B703A8D6F6}" type="parTrans" cxnId="{D800252D-F7D3-444B-AD39-ECC7DE7817A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700B8ABC-F01D-46F9-A54A-3D619B50E4E7}" type="sibTrans" cxnId="{D800252D-F7D3-444B-AD39-ECC7DE7817A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18F2608-255D-4C1D-B3A8-6525E2A654CF}">
      <dgm:prSet/>
      <dgm:spPr/>
      <dgm:t>
        <a:bodyPr/>
        <a:lstStyle/>
        <a:p>
          <a:pPr rtl="0"/>
          <a:r>
            <a:rPr lang="en-US" b="1" i="0" baseline="0" dirty="0" smtClean="0">
              <a:latin typeface="Raleway" panose="020B0604020202020204" charset="0"/>
            </a:rPr>
            <a:t>while loop and continue: </a:t>
          </a:r>
          <a:r>
            <a:rPr lang="en-US" b="0" i="0" baseline="0" dirty="0" smtClean="0">
              <a:latin typeface="Raleway" panose="020B0604020202020204" charset="0"/>
            </a:rPr>
            <a:t>Useful for repeated processing and skipping unsuitable records.</a:t>
          </a:r>
          <a:endParaRPr lang="en-US" dirty="0">
            <a:latin typeface="Raleway" panose="020B0604020202020204" charset="0"/>
          </a:endParaRPr>
        </a:p>
      </dgm:t>
    </dgm:pt>
    <dgm:pt modelId="{04FA7305-6854-47D7-914C-80AD7F5485AB}" type="parTrans" cxnId="{8DE0D892-FACB-47EC-B182-354B190C386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E8807E2-A91D-430B-87EE-2E7E6D9976E3}" type="sibTrans" cxnId="{8DE0D892-FACB-47EC-B182-354B190C386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349FE61-A18A-441A-B73A-75A28F402D87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These control-flow statements guide the program's decisions and repetition.</a:t>
          </a:r>
          <a:endParaRPr lang="en-US" dirty="0">
            <a:latin typeface="Raleway" panose="020B0604020202020204" charset="0"/>
          </a:endParaRPr>
        </a:p>
      </dgm:t>
    </dgm:pt>
    <dgm:pt modelId="{5FD1B9D9-7D99-4EC3-918B-592E3C11D313}" type="parTrans" cxnId="{CD93B43A-9EF4-49A0-80D6-C314D4C7BD0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6FB8EB7-EFA1-4946-898E-B86C5F9A09DF}" type="sibTrans" cxnId="{CD93B43A-9EF4-49A0-80D6-C314D4C7BD0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BB894D7-B7BE-4F1D-BCA8-F3D9BDBA493D}" type="pres">
      <dgm:prSet presAssocID="{F25FAE3F-FEA1-49D5-A01F-A0B84141420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A887E00-53C4-4E73-9B38-F59DECFB98D7}" type="pres">
      <dgm:prSet presAssocID="{562FC7FA-EE45-4DF3-97AE-237217EF763F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9F4D56-BB28-4018-8FB8-7D205581DFBF}" type="pres">
      <dgm:prSet presAssocID="{D3AC5198-9E08-4BC6-9FD4-10E7F547A4EF}" presName="spacer" presStyleCnt="0"/>
      <dgm:spPr/>
    </dgm:pt>
    <dgm:pt modelId="{C53DD717-4E74-4187-A4FF-CD8F0E0A4221}" type="pres">
      <dgm:prSet presAssocID="{8ECA86CF-B859-4315-BA85-6BD25C238B7E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69BF30-A7B9-4820-AF33-DEB21F44A7D6}" type="pres">
      <dgm:prSet presAssocID="{04BB3766-1C3B-4FC0-AE6D-F7E188BD3C5F}" presName="spacer" presStyleCnt="0"/>
      <dgm:spPr/>
    </dgm:pt>
    <dgm:pt modelId="{401D9320-5897-46AB-BCC7-1ABB7BE4949D}" type="pres">
      <dgm:prSet presAssocID="{81A53781-034A-4460-B709-D178786C2316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783636-32B1-44AD-A3CF-0DBA53D6A435}" type="pres">
      <dgm:prSet presAssocID="{30A9CE91-DC6D-48A6-8C13-BE0EE1842A50}" presName="spacer" presStyleCnt="0"/>
      <dgm:spPr/>
    </dgm:pt>
    <dgm:pt modelId="{882027DA-65E1-484C-B5C6-DD8720837769}" type="pres">
      <dgm:prSet presAssocID="{63B5E277-CC2D-45CE-B990-669DF92562ED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564F0A-F3A7-46EF-B249-3C2EDA9714B2}" type="pres">
      <dgm:prSet presAssocID="{A8B2B4AB-40A3-42E8-ACD1-F1CF57A91D79}" presName="spacer" presStyleCnt="0"/>
      <dgm:spPr/>
    </dgm:pt>
    <dgm:pt modelId="{50434E26-C3CA-4250-82B2-BB53260CAE1D}" type="pres">
      <dgm:prSet presAssocID="{F941A8CB-FFA6-4C41-BED3-5CC193DE5F51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0B1AE4-0F9C-4BFE-9A28-97B89888A9C0}" type="pres">
      <dgm:prSet presAssocID="{B500F1DD-DE3B-4FE2-BF3F-1C2DCFF7C84B}" presName="spacer" presStyleCnt="0"/>
      <dgm:spPr/>
    </dgm:pt>
    <dgm:pt modelId="{D334C88D-56AE-4A6F-BC28-C45EA1358764}" type="pres">
      <dgm:prSet presAssocID="{9BAC0699-C7FA-4902-8603-2D21F28C4737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0E7E1-7702-4370-BBEA-A75E54814C03}" type="pres">
      <dgm:prSet presAssocID="{700B8ABC-F01D-46F9-A54A-3D619B50E4E7}" presName="spacer" presStyleCnt="0"/>
      <dgm:spPr/>
    </dgm:pt>
    <dgm:pt modelId="{2152FBCA-3D5B-47E0-9AC7-F40426CA89F0}" type="pres">
      <dgm:prSet presAssocID="{418F2608-255D-4C1D-B3A8-6525E2A654CF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42DCE0-5EF2-4680-8C1B-F1ECA69F95B4}" type="pres">
      <dgm:prSet presAssocID="{0E8807E2-A91D-430B-87EE-2E7E6D9976E3}" presName="spacer" presStyleCnt="0"/>
      <dgm:spPr/>
    </dgm:pt>
    <dgm:pt modelId="{EABAF2A0-2EEC-4512-84B2-01A2DAC4C718}" type="pres">
      <dgm:prSet presAssocID="{3349FE61-A18A-441A-B73A-75A28F402D87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9337F8-EA21-4D31-9C2D-D4C931F55295}" srcId="{F25FAE3F-FEA1-49D5-A01F-A0B84141420D}" destId="{8ECA86CF-B859-4315-BA85-6BD25C238B7E}" srcOrd="1" destOrd="0" parTransId="{9D5150F7-5310-40E1-8DB3-5B2B78933490}" sibTransId="{04BB3766-1C3B-4FC0-AE6D-F7E188BD3C5F}"/>
    <dgm:cxn modelId="{D800252D-F7D3-444B-AD39-ECC7DE7817A7}" srcId="{F25FAE3F-FEA1-49D5-A01F-A0B84141420D}" destId="{9BAC0699-C7FA-4902-8603-2D21F28C4737}" srcOrd="5" destOrd="0" parTransId="{100D53F1-4805-428F-8025-93B703A8D6F6}" sibTransId="{700B8ABC-F01D-46F9-A54A-3D619B50E4E7}"/>
    <dgm:cxn modelId="{5621FBCD-C629-4F05-9E83-8F8EA50210EF}" srcId="{F25FAE3F-FEA1-49D5-A01F-A0B84141420D}" destId="{F941A8CB-FFA6-4C41-BED3-5CC193DE5F51}" srcOrd="4" destOrd="0" parTransId="{7920E1A2-4A66-4320-B41E-E90903B68653}" sibTransId="{B500F1DD-DE3B-4FE2-BF3F-1C2DCFF7C84B}"/>
    <dgm:cxn modelId="{5C0ECD6F-8930-4E4A-97B4-589011657455}" srcId="{F25FAE3F-FEA1-49D5-A01F-A0B84141420D}" destId="{562FC7FA-EE45-4DF3-97AE-237217EF763F}" srcOrd="0" destOrd="0" parTransId="{788D5100-93C7-4697-86F4-1C29D1873674}" sibTransId="{D3AC5198-9E08-4BC6-9FD4-10E7F547A4EF}"/>
    <dgm:cxn modelId="{A7358CD2-448A-4F4E-AC14-AE488EC10415}" type="presOf" srcId="{F25FAE3F-FEA1-49D5-A01F-A0B84141420D}" destId="{9BB894D7-B7BE-4F1D-BCA8-F3D9BDBA493D}" srcOrd="0" destOrd="0" presId="urn:microsoft.com/office/officeart/2005/8/layout/vList2"/>
    <dgm:cxn modelId="{F1E2468F-2277-4640-BAF8-C5A61B20DBEF}" type="presOf" srcId="{9BAC0699-C7FA-4902-8603-2D21F28C4737}" destId="{D334C88D-56AE-4A6F-BC28-C45EA1358764}" srcOrd="0" destOrd="0" presId="urn:microsoft.com/office/officeart/2005/8/layout/vList2"/>
    <dgm:cxn modelId="{F6CB2A5C-41E3-492D-B356-4F370BC6F873}" type="presOf" srcId="{418F2608-255D-4C1D-B3A8-6525E2A654CF}" destId="{2152FBCA-3D5B-47E0-9AC7-F40426CA89F0}" srcOrd="0" destOrd="0" presId="urn:microsoft.com/office/officeart/2005/8/layout/vList2"/>
    <dgm:cxn modelId="{0EA9AEBC-6361-480B-8130-CAD80609A5FF}" type="presOf" srcId="{F941A8CB-FFA6-4C41-BED3-5CC193DE5F51}" destId="{50434E26-C3CA-4250-82B2-BB53260CAE1D}" srcOrd="0" destOrd="0" presId="urn:microsoft.com/office/officeart/2005/8/layout/vList2"/>
    <dgm:cxn modelId="{F72122A7-5B8F-4697-AE77-F9CE53EE7265}" type="presOf" srcId="{3349FE61-A18A-441A-B73A-75A28F402D87}" destId="{EABAF2A0-2EEC-4512-84B2-01A2DAC4C718}" srcOrd="0" destOrd="0" presId="urn:microsoft.com/office/officeart/2005/8/layout/vList2"/>
    <dgm:cxn modelId="{CD93B43A-9EF4-49A0-80D6-C314D4C7BD07}" srcId="{F25FAE3F-FEA1-49D5-A01F-A0B84141420D}" destId="{3349FE61-A18A-441A-B73A-75A28F402D87}" srcOrd="7" destOrd="0" parTransId="{5FD1B9D9-7D99-4EC3-918B-592E3C11D313}" sibTransId="{36FB8EB7-EFA1-4946-898E-B86C5F9A09DF}"/>
    <dgm:cxn modelId="{73EC3469-B9F9-4DC7-BFFC-0451E73DBD07}" type="presOf" srcId="{8ECA86CF-B859-4315-BA85-6BD25C238B7E}" destId="{C53DD717-4E74-4187-A4FF-CD8F0E0A4221}" srcOrd="0" destOrd="0" presId="urn:microsoft.com/office/officeart/2005/8/layout/vList2"/>
    <dgm:cxn modelId="{7AEF277B-375C-43D4-9753-7E0ABE33202E}" srcId="{F25FAE3F-FEA1-49D5-A01F-A0B84141420D}" destId="{81A53781-034A-4460-B709-D178786C2316}" srcOrd="2" destOrd="0" parTransId="{FB062E6D-127A-41EE-A780-59FF06A327A2}" sibTransId="{30A9CE91-DC6D-48A6-8C13-BE0EE1842A50}"/>
    <dgm:cxn modelId="{ECB35CB7-6C38-4EF6-A659-2CC9D042182B}" srcId="{F25FAE3F-FEA1-49D5-A01F-A0B84141420D}" destId="{63B5E277-CC2D-45CE-B990-669DF92562ED}" srcOrd="3" destOrd="0" parTransId="{9ABBE883-C95D-4F62-9D4E-A5C3B83633C4}" sibTransId="{A8B2B4AB-40A3-42E8-ACD1-F1CF57A91D79}"/>
    <dgm:cxn modelId="{9F8EBE80-FF3A-4990-89D1-9AB072C478A8}" type="presOf" srcId="{81A53781-034A-4460-B709-D178786C2316}" destId="{401D9320-5897-46AB-BCC7-1ABB7BE4949D}" srcOrd="0" destOrd="0" presId="urn:microsoft.com/office/officeart/2005/8/layout/vList2"/>
    <dgm:cxn modelId="{E20405F5-6D98-4670-9593-B06388BA28F0}" type="presOf" srcId="{562FC7FA-EE45-4DF3-97AE-237217EF763F}" destId="{4A887E00-53C4-4E73-9B38-F59DECFB98D7}" srcOrd="0" destOrd="0" presId="urn:microsoft.com/office/officeart/2005/8/layout/vList2"/>
    <dgm:cxn modelId="{8DE0D892-FACB-47EC-B182-354B190C386D}" srcId="{F25FAE3F-FEA1-49D5-A01F-A0B84141420D}" destId="{418F2608-255D-4C1D-B3A8-6525E2A654CF}" srcOrd="6" destOrd="0" parTransId="{04FA7305-6854-47D7-914C-80AD7F5485AB}" sibTransId="{0E8807E2-A91D-430B-87EE-2E7E6D9976E3}"/>
    <dgm:cxn modelId="{4D099A9C-1345-4746-8EA1-22A1270D86DD}" type="presOf" srcId="{63B5E277-CC2D-45CE-B990-669DF92562ED}" destId="{882027DA-65E1-484C-B5C6-DD8720837769}" srcOrd="0" destOrd="0" presId="urn:microsoft.com/office/officeart/2005/8/layout/vList2"/>
    <dgm:cxn modelId="{6B54593D-82EA-4E77-8F1B-5B8DD606BA26}" type="presParOf" srcId="{9BB894D7-B7BE-4F1D-BCA8-F3D9BDBA493D}" destId="{4A887E00-53C4-4E73-9B38-F59DECFB98D7}" srcOrd="0" destOrd="0" presId="urn:microsoft.com/office/officeart/2005/8/layout/vList2"/>
    <dgm:cxn modelId="{EA222520-BC84-4EDC-B634-B7308F8F8F80}" type="presParOf" srcId="{9BB894D7-B7BE-4F1D-BCA8-F3D9BDBA493D}" destId="{5C9F4D56-BB28-4018-8FB8-7D205581DFBF}" srcOrd="1" destOrd="0" presId="urn:microsoft.com/office/officeart/2005/8/layout/vList2"/>
    <dgm:cxn modelId="{6768F97B-677F-46C1-BF34-1C7CC8E4ABCD}" type="presParOf" srcId="{9BB894D7-B7BE-4F1D-BCA8-F3D9BDBA493D}" destId="{C53DD717-4E74-4187-A4FF-CD8F0E0A4221}" srcOrd="2" destOrd="0" presId="urn:microsoft.com/office/officeart/2005/8/layout/vList2"/>
    <dgm:cxn modelId="{B6CEE87B-20BC-4F9B-B5A3-27A7FABB1A33}" type="presParOf" srcId="{9BB894D7-B7BE-4F1D-BCA8-F3D9BDBA493D}" destId="{7769BF30-A7B9-4820-AF33-DEB21F44A7D6}" srcOrd="3" destOrd="0" presId="urn:microsoft.com/office/officeart/2005/8/layout/vList2"/>
    <dgm:cxn modelId="{8440088A-ABE1-40D4-8EFB-DEA1DE3D3972}" type="presParOf" srcId="{9BB894D7-B7BE-4F1D-BCA8-F3D9BDBA493D}" destId="{401D9320-5897-46AB-BCC7-1ABB7BE4949D}" srcOrd="4" destOrd="0" presId="urn:microsoft.com/office/officeart/2005/8/layout/vList2"/>
    <dgm:cxn modelId="{292FB15A-6274-4B26-A24A-AF0AD1BAB77B}" type="presParOf" srcId="{9BB894D7-B7BE-4F1D-BCA8-F3D9BDBA493D}" destId="{10783636-32B1-44AD-A3CF-0DBA53D6A435}" srcOrd="5" destOrd="0" presId="urn:microsoft.com/office/officeart/2005/8/layout/vList2"/>
    <dgm:cxn modelId="{35F6ECDF-820C-4AB5-9291-1FC4F7730B35}" type="presParOf" srcId="{9BB894D7-B7BE-4F1D-BCA8-F3D9BDBA493D}" destId="{882027DA-65E1-484C-B5C6-DD8720837769}" srcOrd="6" destOrd="0" presId="urn:microsoft.com/office/officeart/2005/8/layout/vList2"/>
    <dgm:cxn modelId="{C20995E4-0541-4D1C-8765-2DEAE15E062C}" type="presParOf" srcId="{9BB894D7-B7BE-4F1D-BCA8-F3D9BDBA493D}" destId="{A6564F0A-F3A7-46EF-B249-3C2EDA9714B2}" srcOrd="7" destOrd="0" presId="urn:microsoft.com/office/officeart/2005/8/layout/vList2"/>
    <dgm:cxn modelId="{3B060489-DB56-4637-9F30-04A03B1EA227}" type="presParOf" srcId="{9BB894D7-B7BE-4F1D-BCA8-F3D9BDBA493D}" destId="{50434E26-C3CA-4250-82B2-BB53260CAE1D}" srcOrd="8" destOrd="0" presId="urn:microsoft.com/office/officeart/2005/8/layout/vList2"/>
    <dgm:cxn modelId="{658913C2-6270-4EC1-9D84-815BDD1FFB1C}" type="presParOf" srcId="{9BB894D7-B7BE-4F1D-BCA8-F3D9BDBA493D}" destId="{040B1AE4-0F9C-4BFE-9A28-97B89888A9C0}" srcOrd="9" destOrd="0" presId="urn:microsoft.com/office/officeart/2005/8/layout/vList2"/>
    <dgm:cxn modelId="{112061C9-41E0-4999-8180-29FA89762162}" type="presParOf" srcId="{9BB894D7-B7BE-4F1D-BCA8-F3D9BDBA493D}" destId="{D334C88D-56AE-4A6F-BC28-C45EA1358764}" srcOrd="10" destOrd="0" presId="urn:microsoft.com/office/officeart/2005/8/layout/vList2"/>
    <dgm:cxn modelId="{3163BF9C-01C0-4A66-B479-03526FC4795A}" type="presParOf" srcId="{9BB894D7-B7BE-4F1D-BCA8-F3D9BDBA493D}" destId="{41C0E7E1-7702-4370-BBEA-A75E54814C03}" srcOrd="11" destOrd="0" presId="urn:microsoft.com/office/officeart/2005/8/layout/vList2"/>
    <dgm:cxn modelId="{2B30188F-3842-4D70-B30E-DDA938570659}" type="presParOf" srcId="{9BB894D7-B7BE-4F1D-BCA8-F3D9BDBA493D}" destId="{2152FBCA-3D5B-47E0-9AC7-F40426CA89F0}" srcOrd="12" destOrd="0" presId="urn:microsoft.com/office/officeart/2005/8/layout/vList2"/>
    <dgm:cxn modelId="{F6FFDBAA-8FBA-45C0-9755-B50DC46A535C}" type="presParOf" srcId="{9BB894D7-B7BE-4F1D-BCA8-F3D9BDBA493D}" destId="{D742DCE0-5EF2-4680-8C1B-F1ECA69F95B4}" srcOrd="13" destOrd="0" presId="urn:microsoft.com/office/officeart/2005/8/layout/vList2"/>
    <dgm:cxn modelId="{FCD6FEE2-0747-4E4D-A215-9D6988D39849}" type="presParOf" srcId="{9BB894D7-B7BE-4F1D-BCA8-F3D9BDBA493D}" destId="{EABAF2A0-2EEC-4512-84B2-01A2DAC4C71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908F09-45DF-4D67-99E4-45F563374DD2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CADC1C6A-9853-4CAA-9F58-707A650D723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Methods divide the program into smaller, manageable tasks.</a:t>
          </a:r>
          <a:endParaRPr lang="en-US">
            <a:latin typeface="Raleway" panose="020B0604020202020204" charset="0"/>
          </a:endParaRPr>
        </a:p>
      </dgm:t>
    </dgm:pt>
    <dgm:pt modelId="{DF9968AB-D407-46CD-87BD-FA5ABCF6EA13}" type="parTrans" cxnId="{D5E25415-D005-4EA0-99DD-AFE3DC78682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6450B3A-76B1-4939-A784-17FD8ED9B645}" type="sibTrans" cxnId="{D5E25415-D005-4EA0-99DD-AFE3DC78682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C29FED4-F5A8-4CDE-9CA0-09693A536FC3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The </a:t>
          </a:r>
          <a:r>
            <a:rPr lang="en-US" b="1" i="0" baseline="0" dirty="0" err="1" smtClean="0">
              <a:latin typeface="Raleway" panose="020B0604020202020204" charset="0"/>
            </a:rPr>
            <a:t>addFlight</a:t>
          </a:r>
          <a:r>
            <a:rPr lang="en-US" b="1" i="0" baseline="0" dirty="0" smtClean="0">
              <a:latin typeface="Raleway" panose="020B0604020202020204" charset="0"/>
            </a:rPr>
            <a:t>(), </a:t>
          </a:r>
          <a:r>
            <a:rPr lang="en-US" b="1" i="0" baseline="0" dirty="0" err="1" smtClean="0">
              <a:latin typeface="Raleway" panose="020B0604020202020204" charset="0"/>
            </a:rPr>
            <a:t>displayFlights</a:t>
          </a:r>
          <a:r>
            <a:rPr lang="en-US" b="1" i="0" baseline="0" dirty="0" smtClean="0">
              <a:latin typeface="Raleway" panose="020B0604020202020204" charset="0"/>
            </a:rPr>
            <a:t>(), </a:t>
          </a:r>
          <a:r>
            <a:rPr lang="en-US" b="1" i="0" baseline="0" dirty="0" err="1" smtClean="0">
              <a:latin typeface="Raleway" panose="020B0604020202020204" charset="0"/>
            </a:rPr>
            <a:t>searchFlight</a:t>
          </a:r>
          <a:r>
            <a:rPr lang="en-US" b="1" i="0" baseline="0" dirty="0" smtClean="0">
              <a:latin typeface="Raleway" panose="020B0604020202020204" charset="0"/>
            </a:rPr>
            <a:t>(), and </a:t>
          </a:r>
          <a:r>
            <a:rPr lang="en-US" b="1" i="0" baseline="0" dirty="0" err="1" smtClean="0">
              <a:latin typeface="Raleway" panose="020B0604020202020204" charset="0"/>
            </a:rPr>
            <a:t>updateStatus</a:t>
          </a:r>
          <a:r>
            <a:rPr lang="en-US" b="1" i="0" baseline="0" dirty="0" smtClean="0">
              <a:latin typeface="Raleway" panose="020B0604020202020204" charset="0"/>
            </a:rPr>
            <a:t>() </a:t>
          </a:r>
          <a:r>
            <a:rPr lang="en-US" b="0" i="0" baseline="0" dirty="0" smtClean="0">
              <a:latin typeface="Raleway" panose="020B0604020202020204" charset="0"/>
            </a:rPr>
            <a:t>methods perform specific operations.</a:t>
          </a:r>
          <a:endParaRPr lang="en-US" dirty="0">
            <a:latin typeface="Raleway" panose="020B0604020202020204" charset="0"/>
          </a:endParaRPr>
        </a:p>
      </dgm:t>
    </dgm:pt>
    <dgm:pt modelId="{4FFF15F4-4350-43E9-BC4F-B3B9B1AA0F15}" type="parTrans" cxnId="{EFD405ED-EF40-42E0-A528-6F3D9C4A43C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B27DD79-78F9-4981-A076-E59C5C79FA28}" type="sibTrans" cxnId="{EFD405ED-EF40-42E0-A528-6F3D9C4A43C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9FD7ED2-995F-43B2-9A44-EF25F43DA4AE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Method invocation connects the menu to these operations.</a:t>
          </a:r>
          <a:endParaRPr lang="en-US">
            <a:latin typeface="Raleway" panose="020B0604020202020204" charset="0"/>
          </a:endParaRPr>
        </a:p>
      </dgm:t>
    </dgm:pt>
    <dgm:pt modelId="{F669B3DB-50BC-4236-8A16-23E32B354231}" type="parTrans" cxnId="{B9DDE5DE-61D7-41B8-8B28-9D1025E50EF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DF6CCA0-28A6-472E-9465-765576111FED}" type="sibTrans" cxnId="{B9DDE5DE-61D7-41B8-8B28-9D1025E50EF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D88EEC3-B320-46F6-98F0-0E8AE6A59EDD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Parameters pass flight details to methods.</a:t>
          </a:r>
          <a:endParaRPr lang="en-US">
            <a:latin typeface="Raleway" panose="020B0604020202020204" charset="0"/>
          </a:endParaRPr>
        </a:p>
      </dgm:t>
    </dgm:pt>
    <dgm:pt modelId="{DE252D1F-4205-48AC-A12E-934534D333FE}" type="parTrans" cxnId="{98C53509-19F4-477B-BA5E-0BF59CCDE4A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981E5F7-5E14-4DD6-884F-D7BA604D573E}" type="sibTrans" cxnId="{98C53509-19F4-477B-BA5E-0BF59CCDE4A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A6544B1-49D1-42B6-A21A-D793A041DDA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Method overloading allows methods to share a name with different parameter lists.</a:t>
          </a:r>
          <a:endParaRPr lang="en-US">
            <a:latin typeface="Raleway" panose="020B0604020202020204" charset="0"/>
          </a:endParaRPr>
        </a:p>
      </dgm:t>
    </dgm:pt>
    <dgm:pt modelId="{8A8D8CDE-7D5A-476C-A09E-32539B896639}" type="parTrans" cxnId="{D84F361F-7A29-4C72-80F7-438F870357F2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AC464C9-2709-45AC-B9B4-B3E0CB6F580F}" type="sibTrans" cxnId="{D84F361F-7A29-4C72-80F7-438F870357F2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07EED48-1FF0-4BAD-8714-C57AB920BEB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A one-dimensional array stores multiple flight objects.</a:t>
          </a:r>
          <a:endParaRPr lang="en-US">
            <a:latin typeface="Raleway" panose="020B0604020202020204" charset="0"/>
          </a:endParaRPr>
        </a:p>
      </dgm:t>
    </dgm:pt>
    <dgm:pt modelId="{95112C25-6EE6-481B-BBC7-2E4450ED3AA8}" type="parTrans" cxnId="{2AE6E0B3-B4CE-4043-9486-25CC4FA1B60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7BE0508-8962-4511-AE4E-954A5020B595}" type="sibTrans" cxnId="{2AE6E0B3-B4CE-4043-9486-25CC4FA1B60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A9B7284-BE21-48B2-9196-17ED56F2141E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Array traversal and searching help locate and display flight records.</a:t>
          </a:r>
          <a:endParaRPr lang="en-US" dirty="0">
            <a:latin typeface="Raleway" panose="020B0604020202020204" charset="0"/>
          </a:endParaRPr>
        </a:p>
      </dgm:t>
    </dgm:pt>
    <dgm:pt modelId="{24E81ED9-6FDC-4C87-8E39-CA7EBF93F2E5}" type="parTrans" cxnId="{2408B346-8B5B-41DD-95F7-B006DA089DF8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866E054-16FF-4C38-BBF4-7EC97F6771D0}" type="sibTrans" cxnId="{2408B346-8B5B-41DD-95F7-B006DA089DF8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B0C2B4F-BA8F-4194-A61A-70160D5D4236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Example: search() returns the index of a matching flight or -1 if it is not found.</a:t>
          </a:r>
          <a:endParaRPr lang="en-US" dirty="0">
            <a:latin typeface="Raleway" panose="020B0604020202020204" charset="0"/>
          </a:endParaRPr>
        </a:p>
      </dgm:t>
    </dgm:pt>
    <dgm:pt modelId="{99B8B96E-7BAE-4797-8611-65CC26B48C54}" type="parTrans" cxnId="{D8B9350C-53BA-44FD-9065-9E39AF8D421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82954DE-F405-4D1C-AFDF-72C02A4AC220}" type="sibTrans" cxnId="{D8B9350C-53BA-44FD-9065-9E39AF8D421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47F63D9-6E9E-4CB3-97A3-BE97626DF0E2}" type="pres">
      <dgm:prSet presAssocID="{68908F09-45DF-4D67-99E4-45F563374DD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ADED0A-6AA4-440C-8F83-3E3F81F5604B}" type="pres">
      <dgm:prSet presAssocID="{CADC1C6A-9853-4CAA-9F58-707A650D7230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E4B6C5-B730-44E3-B92D-1B5733DADC53}" type="pres">
      <dgm:prSet presAssocID="{C6450B3A-76B1-4939-A784-17FD8ED9B645}" presName="spacer" presStyleCnt="0"/>
      <dgm:spPr/>
    </dgm:pt>
    <dgm:pt modelId="{12E40C73-A082-45FB-8006-5DB10BD4E919}" type="pres">
      <dgm:prSet presAssocID="{FC29FED4-F5A8-4CDE-9CA0-09693A536FC3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03513A-05E3-48E6-8026-8809ACABDF7C}" type="pres">
      <dgm:prSet presAssocID="{6B27DD79-78F9-4981-A076-E59C5C79FA28}" presName="spacer" presStyleCnt="0"/>
      <dgm:spPr/>
    </dgm:pt>
    <dgm:pt modelId="{3CCD395E-CBC2-4C30-9FA2-9F3C3172618E}" type="pres">
      <dgm:prSet presAssocID="{89FD7ED2-995F-43B2-9A44-EF25F43DA4AE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3080FD-38D9-4E99-9DBD-FAC0677F58BA}" type="pres">
      <dgm:prSet presAssocID="{ADF6CCA0-28A6-472E-9465-765576111FED}" presName="spacer" presStyleCnt="0"/>
      <dgm:spPr/>
    </dgm:pt>
    <dgm:pt modelId="{2B13213B-37FB-44E8-93AF-AECBBA324FF1}" type="pres">
      <dgm:prSet presAssocID="{5D88EEC3-B320-46F6-98F0-0E8AE6A59EDD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737E17-111F-4867-9F06-0A1B6B2B0D25}" type="pres">
      <dgm:prSet presAssocID="{4981E5F7-5E14-4DD6-884F-D7BA604D573E}" presName="spacer" presStyleCnt="0"/>
      <dgm:spPr/>
    </dgm:pt>
    <dgm:pt modelId="{7596A331-9E18-4F68-9E2B-46FD3D3586F6}" type="pres">
      <dgm:prSet presAssocID="{FA6544B1-49D1-42B6-A21A-D793A041DDA0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B010E0-A963-427A-BEF9-BA66B45875D8}" type="pres">
      <dgm:prSet presAssocID="{3AC464C9-2709-45AC-B9B4-B3E0CB6F580F}" presName="spacer" presStyleCnt="0"/>
      <dgm:spPr/>
    </dgm:pt>
    <dgm:pt modelId="{0FD53F9C-06CF-4969-924B-E7183F409D45}" type="pres">
      <dgm:prSet presAssocID="{907EED48-1FF0-4BAD-8714-C57AB920BEB6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4BD9D2-DA15-49AF-BF95-B1EC65CC6904}" type="pres">
      <dgm:prSet presAssocID="{A7BE0508-8962-4511-AE4E-954A5020B595}" presName="spacer" presStyleCnt="0"/>
      <dgm:spPr/>
    </dgm:pt>
    <dgm:pt modelId="{FBD7A6DC-4746-4F11-8228-040F372966DC}" type="pres">
      <dgm:prSet presAssocID="{DA9B7284-BE21-48B2-9196-17ED56F2141E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DD6DB6-070F-47BD-832B-0AB4D186E7A7}" type="pres">
      <dgm:prSet presAssocID="{F866E054-16FF-4C38-BBF4-7EC97F6771D0}" presName="spacer" presStyleCnt="0"/>
      <dgm:spPr/>
    </dgm:pt>
    <dgm:pt modelId="{A10B97B9-47A2-4024-9149-B1D9953FC475}" type="pres">
      <dgm:prSet presAssocID="{8B0C2B4F-BA8F-4194-A61A-70160D5D4236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1A4D5C8-A5DB-4197-87B8-1798153EFEEA}" type="presOf" srcId="{DA9B7284-BE21-48B2-9196-17ED56F2141E}" destId="{FBD7A6DC-4746-4F11-8228-040F372966DC}" srcOrd="0" destOrd="0" presId="urn:microsoft.com/office/officeart/2005/8/layout/vList2"/>
    <dgm:cxn modelId="{0F7720E9-8DB9-4C68-B87D-1B70892B7A2E}" type="presOf" srcId="{FC29FED4-F5A8-4CDE-9CA0-09693A536FC3}" destId="{12E40C73-A082-45FB-8006-5DB10BD4E919}" srcOrd="0" destOrd="0" presId="urn:microsoft.com/office/officeart/2005/8/layout/vList2"/>
    <dgm:cxn modelId="{2AE6E0B3-B4CE-4043-9486-25CC4FA1B606}" srcId="{68908F09-45DF-4D67-99E4-45F563374DD2}" destId="{907EED48-1FF0-4BAD-8714-C57AB920BEB6}" srcOrd="5" destOrd="0" parTransId="{95112C25-6EE6-481B-BBC7-2E4450ED3AA8}" sibTransId="{A7BE0508-8962-4511-AE4E-954A5020B595}"/>
    <dgm:cxn modelId="{2408B346-8B5B-41DD-95F7-B006DA089DF8}" srcId="{68908F09-45DF-4D67-99E4-45F563374DD2}" destId="{DA9B7284-BE21-48B2-9196-17ED56F2141E}" srcOrd="6" destOrd="0" parTransId="{24E81ED9-6FDC-4C87-8E39-CA7EBF93F2E5}" sibTransId="{F866E054-16FF-4C38-BBF4-7EC97F6771D0}"/>
    <dgm:cxn modelId="{D84F361F-7A29-4C72-80F7-438F870357F2}" srcId="{68908F09-45DF-4D67-99E4-45F563374DD2}" destId="{FA6544B1-49D1-42B6-A21A-D793A041DDA0}" srcOrd="4" destOrd="0" parTransId="{8A8D8CDE-7D5A-476C-A09E-32539B896639}" sibTransId="{3AC464C9-2709-45AC-B9B4-B3E0CB6F580F}"/>
    <dgm:cxn modelId="{2BFAC7BD-4E97-4F83-9024-784D852966CC}" type="presOf" srcId="{CADC1C6A-9853-4CAA-9F58-707A650D7230}" destId="{F3ADED0A-6AA4-440C-8F83-3E3F81F5604B}" srcOrd="0" destOrd="0" presId="urn:microsoft.com/office/officeart/2005/8/layout/vList2"/>
    <dgm:cxn modelId="{458F94D1-62F0-4EA6-ABEF-8DBA2C858322}" type="presOf" srcId="{68908F09-45DF-4D67-99E4-45F563374DD2}" destId="{647F63D9-6E9E-4CB3-97A3-BE97626DF0E2}" srcOrd="0" destOrd="0" presId="urn:microsoft.com/office/officeart/2005/8/layout/vList2"/>
    <dgm:cxn modelId="{EFD405ED-EF40-42E0-A528-6F3D9C4A43CB}" srcId="{68908F09-45DF-4D67-99E4-45F563374DD2}" destId="{FC29FED4-F5A8-4CDE-9CA0-09693A536FC3}" srcOrd="1" destOrd="0" parTransId="{4FFF15F4-4350-43E9-BC4F-B3B9B1AA0F15}" sibTransId="{6B27DD79-78F9-4981-A076-E59C5C79FA28}"/>
    <dgm:cxn modelId="{C3224801-AB4B-42F4-AA9D-A7C5B6486AF3}" type="presOf" srcId="{5D88EEC3-B320-46F6-98F0-0E8AE6A59EDD}" destId="{2B13213B-37FB-44E8-93AF-AECBBA324FF1}" srcOrd="0" destOrd="0" presId="urn:microsoft.com/office/officeart/2005/8/layout/vList2"/>
    <dgm:cxn modelId="{B9DDE5DE-61D7-41B8-8B28-9D1025E50EFF}" srcId="{68908F09-45DF-4D67-99E4-45F563374DD2}" destId="{89FD7ED2-995F-43B2-9A44-EF25F43DA4AE}" srcOrd="2" destOrd="0" parTransId="{F669B3DB-50BC-4236-8A16-23E32B354231}" sibTransId="{ADF6CCA0-28A6-472E-9465-765576111FED}"/>
    <dgm:cxn modelId="{3FC0C7D1-B721-430C-8609-A10CE6C8BDC1}" type="presOf" srcId="{89FD7ED2-995F-43B2-9A44-EF25F43DA4AE}" destId="{3CCD395E-CBC2-4C30-9FA2-9F3C3172618E}" srcOrd="0" destOrd="0" presId="urn:microsoft.com/office/officeart/2005/8/layout/vList2"/>
    <dgm:cxn modelId="{98C53509-19F4-477B-BA5E-0BF59CCDE4AF}" srcId="{68908F09-45DF-4D67-99E4-45F563374DD2}" destId="{5D88EEC3-B320-46F6-98F0-0E8AE6A59EDD}" srcOrd="3" destOrd="0" parTransId="{DE252D1F-4205-48AC-A12E-934534D333FE}" sibTransId="{4981E5F7-5E14-4DD6-884F-D7BA604D573E}"/>
    <dgm:cxn modelId="{D489FD38-DEA3-43E5-8C2D-3511C6D8BB3E}" type="presOf" srcId="{8B0C2B4F-BA8F-4194-A61A-70160D5D4236}" destId="{A10B97B9-47A2-4024-9149-B1D9953FC475}" srcOrd="0" destOrd="0" presId="urn:microsoft.com/office/officeart/2005/8/layout/vList2"/>
    <dgm:cxn modelId="{D8B9350C-53BA-44FD-9065-9E39AF8D4215}" srcId="{68908F09-45DF-4D67-99E4-45F563374DD2}" destId="{8B0C2B4F-BA8F-4194-A61A-70160D5D4236}" srcOrd="7" destOrd="0" parTransId="{99B8B96E-7BAE-4797-8611-65CC26B48C54}" sibTransId="{582954DE-F405-4D1C-AFDF-72C02A4AC220}"/>
    <dgm:cxn modelId="{0B26EC12-DA85-419B-968D-D74374438645}" type="presOf" srcId="{907EED48-1FF0-4BAD-8714-C57AB920BEB6}" destId="{0FD53F9C-06CF-4969-924B-E7183F409D45}" srcOrd="0" destOrd="0" presId="urn:microsoft.com/office/officeart/2005/8/layout/vList2"/>
    <dgm:cxn modelId="{D564BEDC-7208-4943-8521-62EFEEC591C8}" type="presOf" srcId="{FA6544B1-49D1-42B6-A21A-D793A041DDA0}" destId="{7596A331-9E18-4F68-9E2B-46FD3D3586F6}" srcOrd="0" destOrd="0" presId="urn:microsoft.com/office/officeart/2005/8/layout/vList2"/>
    <dgm:cxn modelId="{D5E25415-D005-4EA0-99DD-AFE3DC786820}" srcId="{68908F09-45DF-4D67-99E4-45F563374DD2}" destId="{CADC1C6A-9853-4CAA-9F58-707A650D7230}" srcOrd="0" destOrd="0" parTransId="{DF9968AB-D407-46CD-87BD-FA5ABCF6EA13}" sibTransId="{C6450B3A-76B1-4939-A784-17FD8ED9B645}"/>
    <dgm:cxn modelId="{BC0A62C5-9EB2-4692-AB5C-9231455EF01A}" type="presParOf" srcId="{647F63D9-6E9E-4CB3-97A3-BE97626DF0E2}" destId="{F3ADED0A-6AA4-440C-8F83-3E3F81F5604B}" srcOrd="0" destOrd="0" presId="urn:microsoft.com/office/officeart/2005/8/layout/vList2"/>
    <dgm:cxn modelId="{FD179321-5235-4E54-B094-5FFFC97C7C8B}" type="presParOf" srcId="{647F63D9-6E9E-4CB3-97A3-BE97626DF0E2}" destId="{9CE4B6C5-B730-44E3-B92D-1B5733DADC53}" srcOrd="1" destOrd="0" presId="urn:microsoft.com/office/officeart/2005/8/layout/vList2"/>
    <dgm:cxn modelId="{848DE04E-8B51-465A-A30F-D8B07C53507E}" type="presParOf" srcId="{647F63D9-6E9E-4CB3-97A3-BE97626DF0E2}" destId="{12E40C73-A082-45FB-8006-5DB10BD4E919}" srcOrd="2" destOrd="0" presId="urn:microsoft.com/office/officeart/2005/8/layout/vList2"/>
    <dgm:cxn modelId="{624FBBCB-D7A1-4011-90C6-7C268B7B4801}" type="presParOf" srcId="{647F63D9-6E9E-4CB3-97A3-BE97626DF0E2}" destId="{6B03513A-05E3-48E6-8026-8809ACABDF7C}" srcOrd="3" destOrd="0" presId="urn:microsoft.com/office/officeart/2005/8/layout/vList2"/>
    <dgm:cxn modelId="{977B9A38-8DFE-494E-BFE0-E485E04F5374}" type="presParOf" srcId="{647F63D9-6E9E-4CB3-97A3-BE97626DF0E2}" destId="{3CCD395E-CBC2-4C30-9FA2-9F3C3172618E}" srcOrd="4" destOrd="0" presId="urn:microsoft.com/office/officeart/2005/8/layout/vList2"/>
    <dgm:cxn modelId="{843878AB-DC30-4DDD-A359-E82395B6CF9F}" type="presParOf" srcId="{647F63D9-6E9E-4CB3-97A3-BE97626DF0E2}" destId="{CC3080FD-38D9-4E99-9DBD-FAC0677F58BA}" srcOrd="5" destOrd="0" presId="urn:microsoft.com/office/officeart/2005/8/layout/vList2"/>
    <dgm:cxn modelId="{36B72B3F-A5F7-43B1-AEC6-7F665E601984}" type="presParOf" srcId="{647F63D9-6E9E-4CB3-97A3-BE97626DF0E2}" destId="{2B13213B-37FB-44E8-93AF-AECBBA324FF1}" srcOrd="6" destOrd="0" presId="urn:microsoft.com/office/officeart/2005/8/layout/vList2"/>
    <dgm:cxn modelId="{97053487-AF22-46BA-82FF-1C4E7DBF13CD}" type="presParOf" srcId="{647F63D9-6E9E-4CB3-97A3-BE97626DF0E2}" destId="{81737E17-111F-4867-9F06-0A1B6B2B0D25}" srcOrd="7" destOrd="0" presId="urn:microsoft.com/office/officeart/2005/8/layout/vList2"/>
    <dgm:cxn modelId="{027799A1-5791-4A2E-823A-638EEEA48870}" type="presParOf" srcId="{647F63D9-6E9E-4CB3-97A3-BE97626DF0E2}" destId="{7596A331-9E18-4F68-9E2B-46FD3D3586F6}" srcOrd="8" destOrd="0" presId="urn:microsoft.com/office/officeart/2005/8/layout/vList2"/>
    <dgm:cxn modelId="{F9B83F47-1B3C-41E6-8718-963741F5BD9C}" type="presParOf" srcId="{647F63D9-6E9E-4CB3-97A3-BE97626DF0E2}" destId="{05B010E0-A963-427A-BEF9-BA66B45875D8}" srcOrd="9" destOrd="0" presId="urn:microsoft.com/office/officeart/2005/8/layout/vList2"/>
    <dgm:cxn modelId="{EFEB2751-209A-497B-8E33-0682D8C164B5}" type="presParOf" srcId="{647F63D9-6E9E-4CB3-97A3-BE97626DF0E2}" destId="{0FD53F9C-06CF-4969-924B-E7183F409D45}" srcOrd="10" destOrd="0" presId="urn:microsoft.com/office/officeart/2005/8/layout/vList2"/>
    <dgm:cxn modelId="{2BB8C6B7-7276-4985-BFC7-AD35FA9497A0}" type="presParOf" srcId="{647F63D9-6E9E-4CB3-97A3-BE97626DF0E2}" destId="{F14BD9D2-DA15-49AF-BF95-B1EC65CC6904}" srcOrd="11" destOrd="0" presId="urn:microsoft.com/office/officeart/2005/8/layout/vList2"/>
    <dgm:cxn modelId="{8281A0AB-3702-4ED7-8C7C-EB556D5AE42A}" type="presParOf" srcId="{647F63D9-6E9E-4CB3-97A3-BE97626DF0E2}" destId="{FBD7A6DC-4746-4F11-8228-040F372966DC}" srcOrd="12" destOrd="0" presId="urn:microsoft.com/office/officeart/2005/8/layout/vList2"/>
    <dgm:cxn modelId="{EEE1ED85-FB54-4190-B559-86FD455AEE8D}" type="presParOf" srcId="{647F63D9-6E9E-4CB3-97A3-BE97626DF0E2}" destId="{C5DD6DB6-070F-47BD-832B-0AB4D186E7A7}" srcOrd="13" destOrd="0" presId="urn:microsoft.com/office/officeart/2005/8/layout/vList2"/>
    <dgm:cxn modelId="{04D81119-74FF-41D6-9A2D-F89213D81DC7}" type="presParOf" srcId="{647F63D9-6E9E-4CB3-97A3-BE97626DF0E2}" destId="{A10B97B9-47A2-4024-9149-B1D9953FC47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D1323C-DEBA-4BD6-B634-7FEAB62B6AC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02F60074-6FBF-479E-9A46-B27D9152559B}">
      <dgm:prSet/>
      <dgm:spPr/>
      <dgm:t>
        <a:bodyPr/>
        <a:lstStyle/>
        <a:p>
          <a:pPr rtl="0"/>
          <a:r>
            <a:rPr lang="en-US" b="1" dirty="0" smtClean="0">
              <a:latin typeface="Raleway" panose="020B0604020202020204" charset="0"/>
            </a:rPr>
            <a:t>Recursion: </a:t>
          </a:r>
          <a:r>
            <a:rPr lang="en-US" dirty="0" smtClean="0">
              <a:latin typeface="Raleway" panose="020B0604020202020204" charset="0"/>
            </a:rPr>
            <a:t>A method calls itself and uses a base case to stop.</a:t>
          </a:r>
          <a:endParaRPr lang="en-US" dirty="0">
            <a:latin typeface="Raleway" panose="020B0604020202020204" charset="0"/>
          </a:endParaRPr>
        </a:p>
      </dgm:t>
    </dgm:pt>
    <dgm:pt modelId="{A00E81F5-C5C2-42F7-994F-FB7F52757E42}" type="parTrans" cxnId="{C357B376-DF0E-42FD-AA11-5109807683B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9312AEC-DF73-4621-9D71-59591D53DDC4}" type="sibTrans" cxnId="{C357B376-DF0E-42FD-AA11-5109807683B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598788C-2C74-486F-A5E3-C605FA113016}">
      <dgm:prSet/>
      <dgm:spPr/>
      <dgm:t>
        <a:bodyPr/>
        <a:lstStyle/>
        <a:p>
          <a:pPr rtl="0"/>
          <a:r>
            <a:rPr lang="en-US" b="1" dirty="0" smtClean="0">
              <a:latin typeface="Raleway" panose="020B0604020202020204" charset="0"/>
            </a:rPr>
            <a:t>Summation and counting: </a:t>
          </a:r>
          <a:r>
            <a:rPr lang="en-US" dirty="0" smtClean="0">
              <a:latin typeface="Raleway" panose="020B0604020202020204" charset="0"/>
            </a:rPr>
            <a:t>Calculate totals and count flight records.</a:t>
          </a:r>
          <a:endParaRPr lang="en-US" dirty="0">
            <a:latin typeface="Raleway" panose="020B0604020202020204" charset="0"/>
          </a:endParaRPr>
        </a:p>
      </dgm:t>
    </dgm:pt>
    <dgm:pt modelId="{49EFC6E0-3864-4890-B0A7-AE58302D5136}" type="parTrans" cxnId="{4FFEAFE1-43C7-4694-8305-910C8870BAB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7CCEA41-2163-4876-AC05-19C8756A1796}" type="sibTrans" cxnId="{4FFEAFE1-43C7-4694-8305-910C8870BAB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24966597-A8B9-428B-A6C2-577DD44550FC}">
      <dgm:prSet/>
      <dgm:spPr/>
      <dgm:t>
        <a:bodyPr/>
        <a:lstStyle/>
        <a:p>
          <a:pPr rtl="0"/>
          <a:r>
            <a:rPr lang="en-US" b="1" dirty="0" smtClean="0">
              <a:latin typeface="Raleway" panose="020B0604020202020204" charset="0"/>
            </a:rPr>
            <a:t>Average: </a:t>
          </a:r>
          <a:r>
            <a:rPr lang="en-US" dirty="0" smtClean="0">
              <a:latin typeface="Raleway" panose="020B0604020202020204" charset="0"/>
            </a:rPr>
            <a:t>Calculate an average from suitable numeric data.</a:t>
          </a:r>
          <a:endParaRPr lang="en-US" dirty="0">
            <a:latin typeface="Raleway" panose="020B0604020202020204" charset="0"/>
          </a:endParaRPr>
        </a:p>
      </dgm:t>
    </dgm:pt>
    <dgm:pt modelId="{9A9398F7-DE89-4539-B895-EF9B3CC87225}" type="parTrans" cxnId="{FE3521A9-06B6-4F1A-A0BA-40966F54BD8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573D5A9-940D-4CB3-9DE4-0171E377DC41}" type="sibTrans" cxnId="{FE3521A9-06B6-4F1A-A0BA-40966F54BD8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071A985-15C3-446F-955A-051D4E157A3D}">
      <dgm:prSet/>
      <dgm:spPr/>
      <dgm:t>
        <a:bodyPr/>
        <a:lstStyle/>
        <a:p>
          <a:pPr rtl="0"/>
          <a:r>
            <a:rPr lang="en-US" b="1" dirty="0" smtClean="0">
              <a:latin typeface="Raleway" panose="020B0604020202020204" charset="0"/>
            </a:rPr>
            <a:t>Two-dimensional arrays: </a:t>
          </a:r>
          <a:r>
            <a:rPr lang="en-US" dirty="0" smtClean="0">
              <a:latin typeface="Raleway" panose="020B0604020202020204" charset="0"/>
            </a:rPr>
            <a:t>Store data in rows and columns.</a:t>
          </a:r>
          <a:endParaRPr lang="en-US" dirty="0">
            <a:latin typeface="Raleway" panose="020B0604020202020204" charset="0"/>
          </a:endParaRPr>
        </a:p>
      </dgm:t>
    </dgm:pt>
    <dgm:pt modelId="{646BE766-807C-4EA2-A18B-4EE211BB7A91}" type="parTrans" cxnId="{FB7E09C5-6CB2-4A2F-A04D-5E3A5DD62C2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2EA1545-03AC-47A8-A01B-795C5986B53F}" type="sibTrans" cxnId="{FB7E09C5-6CB2-4A2F-A04D-5E3A5DD62C2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2224408-2CF9-4B81-A5E4-1C5C4E97CC66}">
      <dgm:prSet/>
      <dgm:spPr/>
      <dgm:t>
        <a:bodyPr/>
        <a:lstStyle/>
        <a:p>
          <a:pPr rtl="0"/>
          <a:r>
            <a:rPr lang="en-US" b="1" dirty="0" smtClean="0">
              <a:latin typeface="Raleway" panose="020B0604020202020204" charset="0"/>
            </a:rPr>
            <a:t>Matrix arithmetic: </a:t>
          </a:r>
          <a:r>
            <a:rPr lang="en-US" dirty="0" smtClean="0">
              <a:latin typeface="Raleway" panose="020B0604020202020204" charset="0"/>
            </a:rPr>
            <a:t>The project demonstrates matrix addition using nested loops.</a:t>
          </a:r>
          <a:endParaRPr lang="en-US" dirty="0">
            <a:latin typeface="Raleway" panose="020B0604020202020204" charset="0"/>
          </a:endParaRPr>
        </a:p>
      </dgm:t>
    </dgm:pt>
    <dgm:pt modelId="{1BD20139-3B22-4273-97A2-C60F70B1D875}" type="parTrans" cxnId="{E0EF00D5-E63A-4A9E-A95E-CCC4F8448B3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F776776-BD9F-49A4-BE5E-3DE9B8919AC4}" type="sibTrans" cxnId="{E0EF00D5-E63A-4A9E-A95E-CCC4F8448B3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70B342D-750A-4EB5-99AC-4C4337591BCB}">
      <dgm:prSet/>
      <dgm:spPr/>
      <dgm:t>
        <a:bodyPr/>
        <a:lstStyle/>
        <a:p>
          <a:pPr rtl="0"/>
          <a:r>
            <a:rPr lang="en-US" smtClean="0">
              <a:latin typeface="Raleway" panose="020B0604020202020204" charset="0"/>
            </a:rPr>
            <a:t>These concepts demonstrate additional ways to process data in Java.</a:t>
          </a:r>
          <a:endParaRPr lang="en-US">
            <a:latin typeface="Raleway" panose="020B0604020202020204" charset="0"/>
          </a:endParaRPr>
        </a:p>
      </dgm:t>
    </dgm:pt>
    <dgm:pt modelId="{C6FBC33A-96A0-4A79-B4BE-31A6AC2FCB05}" type="parTrans" cxnId="{A932EC84-60BA-4E8E-8734-88234C07330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9AED826-A9DD-4EA1-A634-5414D7E5C00B}" type="sibTrans" cxnId="{A932EC84-60BA-4E8E-8734-88234C07330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7E0A5FC-BB70-46DC-A0E5-4B38B15B0DC2}" type="pres">
      <dgm:prSet presAssocID="{D5D1323C-DEBA-4BD6-B634-7FEAB62B6AC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6FBE828-C865-4507-B0E3-0A7E0C1F80B7}" type="pres">
      <dgm:prSet presAssocID="{02F60074-6FBF-479E-9A46-B27D9152559B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74C601-2475-406E-A1FF-99A1BB357B41}" type="pres">
      <dgm:prSet presAssocID="{C9312AEC-DF73-4621-9D71-59591D53DDC4}" presName="spacer" presStyleCnt="0"/>
      <dgm:spPr/>
    </dgm:pt>
    <dgm:pt modelId="{C1FDA2B8-7C7A-4AE8-A90F-60A3F3E5AC1F}" type="pres">
      <dgm:prSet presAssocID="{D598788C-2C74-486F-A5E3-C605FA113016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9E8BE6-AB98-4C41-8DAD-2EEBE4429002}" type="pres">
      <dgm:prSet presAssocID="{47CCEA41-2163-4876-AC05-19C8756A1796}" presName="spacer" presStyleCnt="0"/>
      <dgm:spPr/>
    </dgm:pt>
    <dgm:pt modelId="{D29C5F47-6368-45E0-B9B0-8F0BE5051BDF}" type="pres">
      <dgm:prSet presAssocID="{24966597-A8B9-428B-A6C2-577DD44550F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D19A8F-2380-46E8-B5C2-58F1B61030ED}" type="pres">
      <dgm:prSet presAssocID="{E573D5A9-940D-4CB3-9DE4-0171E377DC41}" presName="spacer" presStyleCnt="0"/>
      <dgm:spPr/>
    </dgm:pt>
    <dgm:pt modelId="{CC2F3090-0099-4BF6-8503-E3446DB007C8}" type="pres">
      <dgm:prSet presAssocID="{F071A985-15C3-446F-955A-051D4E157A3D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5F1413-E9E6-432C-9A28-5A1932E43659}" type="pres">
      <dgm:prSet presAssocID="{A2EA1545-03AC-47A8-A01B-795C5986B53F}" presName="spacer" presStyleCnt="0"/>
      <dgm:spPr/>
    </dgm:pt>
    <dgm:pt modelId="{74AA91E0-16EF-43F1-876F-35B71B4A1696}" type="pres">
      <dgm:prSet presAssocID="{02224408-2CF9-4B81-A5E4-1C5C4E97CC66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AA5357-CF90-4F9A-8E5D-A015CB311623}" type="pres">
      <dgm:prSet presAssocID="{FF776776-BD9F-49A4-BE5E-3DE9B8919AC4}" presName="spacer" presStyleCnt="0"/>
      <dgm:spPr/>
    </dgm:pt>
    <dgm:pt modelId="{E987A8CA-9CD6-4B6D-94D9-A61D0BFE7F22}" type="pres">
      <dgm:prSet presAssocID="{070B342D-750A-4EB5-99AC-4C4337591BCB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CB51A3-FA02-42F8-B7B9-D62C5DEC92F5}" type="presOf" srcId="{D5D1323C-DEBA-4BD6-B634-7FEAB62B6ACC}" destId="{A7E0A5FC-BB70-46DC-A0E5-4B38B15B0DC2}" srcOrd="0" destOrd="0" presId="urn:microsoft.com/office/officeart/2005/8/layout/vList2"/>
    <dgm:cxn modelId="{4FFEAFE1-43C7-4694-8305-910C8870BABD}" srcId="{D5D1323C-DEBA-4BD6-B634-7FEAB62B6ACC}" destId="{D598788C-2C74-486F-A5E3-C605FA113016}" srcOrd="1" destOrd="0" parTransId="{49EFC6E0-3864-4890-B0A7-AE58302D5136}" sibTransId="{47CCEA41-2163-4876-AC05-19C8756A1796}"/>
    <dgm:cxn modelId="{B0B217B9-58FC-4002-938F-531CB23664C2}" type="presOf" srcId="{02F60074-6FBF-479E-9A46-B27D9152559B}" destId="{26FBE828-C865-4507-B0E3-0A7E0C1F80B7}" srcOrd="0" destOrd="0" presId="urn:microsoft.com/office/officeart/2005/8/layout/vList2"/>
    <dgm:cxn modelId="{FE3521A9-06B6-4F1A-A0BA-40966F54BD8E}" srcId="{D5D1323C-DEBA-4BD6-B634-7FEAB62B6ACC}" destId="{24966597-A8B9-428B-A6C2-577DD44550FC}" srcOrd="2" destOrd="0" parTransId="{9A9398F7-DE89-4539-B895-EF9B3CC87225}" sibTransId="{E573D5A9-940D-4CB3-9DE4-0171E377DC41}"/>
    <dgm:cxn modelId="{FB7E09C5-6CB2-4A2F-A04D-5E3A5DD62C21}" srcId="{D5D1323C-DEBA-4BD6-B634-7FEAB62B6ACC}" destId="{F071A985-15C3-446F-955A-051D4E157A3D}" srcOrd="3" destOrd="0" parTransId="{646BE766-807C-4EA2-A18B-4EE211BB7A91}" sibTransId="{A2EA1545-03AC-47A8-A01B-795C5986B53F}"/>
    <dgm:cxn modelId="{2A9B3482-369E-46BB-85D6-ABF07AC9BECD}" type="presOf" srcId="{24966597-A8B9-428B-A6C2-577DD44550FC}" destId="{D29C5F47-6368-45E0-B9B0-8F0BE5051BDF}" srcOrd="0" destOrd="0" presId="urn:microsoft.com/office/officeart/2005/8/layout/vList2"/>
    <dgm:cxn modelId="{C357B376-DF0E-42FD-AA11-5109807683B5}" srcId="{D5D1323C-DEBA-4BD6-B634-7FEAB62B6ACC}" destId="{02F60074-6FBF-479E-9A46-B27D9152559B}" srcOrd="0" destOrd="0" parTransId="{A00E81F5-C5C2-42F7-994F-FB7F52757E42}" sibTransId="{C9312AEC-DF73-4621-9D71-59591D53DDC4}"/>
    <dgm:cxn modelId="{A932EC84-60BA-4E8E-8734-88234C073306}" srcId="{D5D1323C-DEBA-4BD6-B634-7FEAB62B6ACC}" destId="{070B342D-750A-4EB5-99AC-4C4337591BCB}" srcOrd="5" destOrd="0" parTransId="{C6FBC33A-96A0-4A79-B4BE-31A6AC2FCB05}" sibTransId="{A9AED826-A9DD-4EA1-A634-5414D7E5C00B}"/>
    <dgm:cxn modelId="{53BA6306-974B-48BA-BAC4-6E32CC1905CA}" type="presOf" srcId="{070B342D-750A-4EB5-99AC-4C4337591BCB}" destId="{E987A8CA-9CD6-4B6D-94D9-A61D0BFE7F22}" srcOrd="0" destOrd="0" presId="urn:microsoft.com/office/officeart/2005/8/layout/vList2"/>
    <dgm:cxn modelId="{63C141D6-736C-4BC0-B7F8-3DE2455C9F5F}" type="presOf" srcId="{F071A985-15C3-446F-955A-051D4E157A3D}" destId="{CC2F3090-0099-4BF6-8503-E3446DB007C8}" srcOrd="0" destOrd="0" presId="urn:microsoft.com/office/officeart/2005/8/layout/vList2"/>
    <dgm:cxn modelId="{E0EF00D5-E63A-4A9E-A95E-CCC4F8448B35}" srcId="{D5D1323C-DEBA-4BD6-B634-7FEAB62B6ACC}" destId="{02224408-2CF9-4B81-A5E4-1C5C4E97CC66}" srcOrd="4" destOrd="0" parTransId="{1BD20139-3B22-4273-97A2-C60F70B1D875}" sibTransId="{FF776776-BD9F-49A4-BE5E-3DE9B8919AC4}"/>
    <dgm:cxn modelId="{F3D5308A-B458-46DF-A10D-7B18629966E3}" type="presOf" srcId="{02224408-2CF9-4B81-A5E4-1C5C4E97CC66}" destId="{74AA91E0-16EF-43F1-876F-35B71B4A1696}" srcOrd="0" destOrd="0" presId="urn:microsoft.com/office/officeart/2005/8/layout/vList2"/>
    <dgm:cxn modelId="{C6E1FA67-843B-40B6-A209-9C3F9D6FDEC2}" type="presOf" srcId="{D598788C-2C74-486F-A5E3-C605FA113016}" destId="{C1FDA2B8-7C7A-4AE8-A90F-60A3F3E5AC1F}" srcOrd="0" destOrd="0" presId="urn:microsoft.com/office/officeart/2005/8/layout/vList2"/>
    <dgm:cxn modelId="{3FD2768E-9561-4F0A-B27F-F1F44F8486A7}" type="presParOf" srcId="{A7E0A5FC-BB70-46DC-A0E5-4B38B15B0DC2}" destId="{26FBE828-C865-4507-B0E3-0A7E0C1F80B7}" srcOrd="0" destOrd="0" presId="urn:microsoft.com/office/officeart/2005/8/layout/vList2"/>
    <dgm:cxn modelId="{8E82B15E-5F6A-4CEF-863B-88CF2265FCF2}" type="presParOf" srcId="{A7E0A5FC-BB70-46DC-A0E5-4B38B15B0DC2}" destId="{E574C601-2475-406E-A1FF-99A1BB357B41}" srcOrd="1" destOrd="0" presId="urn:microsoft.com/office/officeart/2005/8/layout/vList2"/>
    <dgm:cxn modelId="{B075E418-6B6E-47DB-B7B7-7457F6572AD4}" type="presParOf" srcId="{A7E0A5FC-BB70-46DC-A0E5-4B38B15B0DC2}" destId="{C1FDA2B8-7C7A-4AE8-A90F-60A3F3E5AC1F}" srcOrd="2" destOrd="0" presId="urn:microsoft.com/office/officeart/2005/8/layout/vList2"/>
    <dgm:cxn modelId="{E657AA42-5279-4810-81BD-7A20619C1FBF}" type="presParOf" srcId="{A7E0A5FC-BB70-46DC-A0E5-4B38B15B0DC2}" destId="{519E8BE6-AB98-4C41-8DAD-2EEBE4429002}" srcOrd="3" destOrd="0" presId="urn:microsoft.com/office/officeart/2005/8/layout/vList2"/>
    <dgm:cxn modelId="{6B428714-E63D-4DC6-A7D3-CC0355EDC12A}" type="presParOf" srcId="{A7E0A5FC-BB70-46DC-A0E5-4B38B15B0DC2}" destId="{D29C5F47-6368-45E0-B9B0-8F0BE5051BDF}" srcOrd="4" destOrd="0" presId="urn:microsoft.com/office/officeart/2005/8/layout/vList2"/>
    <dgm:cxn modelId="{54859B5D-DC73-4351-A49A-A068C9430D53}" type="presParOf" srcId="{A7E0A5FC-BB70-46DC-A0E5-4B38B15B0DC2}" destId="{65D19A8F-2380-46E8-B5C2-58F1B61030ED}" srcOrd="5" destOrd="0" presId="urn:microsoft.com/office/officeart/2005/8/layout/vList2"/>
    <dgm:cxn modelId="{632301F4-D3DC-4A88-87C2-C1900DFB8117}" type="presParOf" srcId="{A7E0A5FC-BB70-46DC-A0E5-4B38B15B0DC2}" destId="{CC2F3090-0099-4BF6-8503-E3446DB007C8}" srcOrd="6" destOrd="0" presId="urn:microsoft.com/office/officeart/2005/8/layout/vList2"/>
    <dgm:cxn modelId="{FD4B8280-95CF-4C7D-9552-A2B8B5ECB96F}" type="presParOf" srcId="{A7E0A5FC-BB70-46DC-A0E5-4B38B15B0DC2}" destId="{5D5F1413-E9E6-432C-9A28-5A1932E43659}" srcOrd="7" destOrd="0" presId="urn:microsoft.com/office/officeart/2005/8/layout/vList2"/>
    <dgm:cxn modelId="{FEE8F15A-D48E-4079-A8F9-DF178DBFE90A}" type="presParOf" srcId="{A7E0A5FC-BB70-46DC-A0E5-4B38B15B0DC2}" destId="{74AA91E0-16EF-43F1-876F-35B71B4A1696}" srcOrd="8" destOrd="0" presId="urn:microsoft.com/office/officeart/2005/8/layout/vList2"/>
    <dgm:cxn modelId="{36586F66-EBE3-4719-AB50-2334DBD88307}" type="presParOf" srcId="{A7E0A5FC-BB70-46DC-A0E5-4B38B15B0DC2}" destId="{7DAA5357-CF90-4F9A-8E5D-A015CB311623}" srcOrd="9" destOrd="0" presId="urn:microsoft.com/office/officeart/2005/8/layout/vList2"/>
    <dgm:cxn modelId="{A9B8AD98-28F4-4867-B3A5-DA706D0C9CB4}" type="presParOf" srcId="{A7E0A5FC-BB70-46DC-A0E5-4B38B15B0DC2}" destId="{E987A8CA-9CD6-4B6D-94D9-A61D0BFE7F2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2474BE-7303-4130-83F6-B31471BAE46E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646705DC-9730-4525-8DD9-8897058C2235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The Flight class acts as a blueprint for flight objects.</a:t>
          </a:r>
          <a:endParaRPr lang="en-US">
            <a:latin typeface="Raleway" panose="020B0604020202020204" charset="0"/>
          </a:endParaRPr>
        </a:p>
      </dgm:t>
    </dgm:pt>
    <dgm:pt modelId="{0152CDC6-2061-45E7-BEDA-95207AF2ECC3}" type="parTrans" cxnId="{718A2C0D-6D93-48EC-BEEA-86C57B3E544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536EBF6-47BC-4BAC-9D6C-E8453E9A1D59}" type="sibTrans" cxnId="{718A2C0D-6D93-48EC-BEEA-86C57B3E544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BEC8B39-F615-4444-806C-68144753155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Each object stores a flight number, destination, time, and status.</a:t>
          </a:r>
          <a:endParaRPr lang="en-US">
            <a:latin typeface="Raleway" panose="020B0604020202020204" charset="0"/>
          </a:endParaRPr>
        </a:p>
      </dgm:t>
    </dgm:pt>
    <dgm:pt modelId="{022B3EAF-1940-4331-B6F8-57D15F8C4048}" type="parTrans" cxnId="{0B2DD0CC-3C3D-4CC5-B2FE-020834E5C3F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7CF36685-769B-40C3-A7ED-E44AD0BE333F}" type="sibTrans" cxnId="{0B2DD0CC-3C3D-4CC5-B2FE-020834E5C3F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289DFA5-3675-42DA-B51B-ED2F772BE50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A constructor initializes the flight details.</a:t>
          </a:r>
          <a:endParaRPr lang="en-US">
            <a:latin typeface="Raleway" panose="020B0604020202020204" charset="0"/>
          </a:endParaRPr>
        </a:p>
      </dgm:t>
    </dgm:pt>
    <dgm:pt modelId="{9E92B8B1-C361-4E12-8452-604D682CAF9B}" type="parTrans" cxnId="{31C278EB-B560-4135-9006-A73805D9601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577D0B1-AB62-49B0-BDF5-42563B2EA447}" type="sibTrans" cxnId="{31C278EB-B560-4135-9006-A73805D9601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C8B42B8-A043-44C5-AF16-AC5E9A94E452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Private fields protect data from direct access.</a:t>
          </a:r>
          <a:endParaRPr lang="en-US">
            <a:latin typeface="Raleway" panose="020B0604020202020204" charset="0"/>
          </a:endParaRPr>
        </a:p>
      </dgm:t>
    </dgm:pt>
    <dgm:pt modelId="{20912443-B55C-46C2-84DC-AF30FCA66073}" type="parTrans" cxnId="{AEFB26A1-D171-46B7-A028-98C0A6EA404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0A19EAC-2329-4C47-AFED-9C971BFF3689}" type="sibTrans" cxnId="{AEFB26A1-D171-46B7-A028-98C0A6EA404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CB4FE94-EA6E-43A4-BEF5-6ABD7EC8B05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Getters retrieve values, while setters update status.</a:t>
          </a:r>
          <a:endParaRPr lang="en-US">
            <a:latin typeface="Raleway" panose="020B0604020202020204" charset="0"/>
          </a:endParaRPr>
        </a:p>
      </dgm:t>
    </dgm:pt>
    <dgm:pt modelId="{79D9274E-EFD4-481E-A046-33FCF46CB71E}" type="parTrans" cxnId="{1564F0EF-7777-45F9-A5D6-50006B56A94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F126319-D897-4402-9627-644B506718C2}" type="sibTrans" cxnId="{1564F0EF-7777-45F9-A5D6-50006B56A94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C1D27C9-5355-4991-8F16-83989F9AD628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toString() provides a readable representation of a flight.</a:t>
          </a:r>
          <a:endParaRPr lang="en-US">
            <a:latin typeface="Raleway" panose="020B0604020202020204" charset="0"/>
          </a:endParaRPr>
        </a:p>
      </dgm:t>
    </dgm:pt>
    <dgm:pt modelId="{D9A6E549-7A3F-4007-90A5-417AC3EC4931}" type="parTrans" cxnId="{8BAACFC7-7179-4726-8B2C-9D0A44F3467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5897EDB-AED2-49BD-975B-6607653E9F76}" type="sibTrans" cxnId="{8BAACFC7-7179-4726-8B2C-9D0A44F3467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71758A0-4ED4-4798-BF87-439C865C60E8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The Comparable interface allows flight objects to be sorted by flight number.</a:t>
          </a:r>
          <a:endParaRPr lang="en-US">
            <a:latin typeface="Raleway" panose="020B0604020202020204" charset="0"/>
          </a:endParaRPr>
        </a:p>
      </dgm:t>
    </dgm:pt>
    <dgm:pt modelId="{46EA2361-B489-46B2-B699-22AFDB3F0056}" type="parTrans" cxnId="{3C85B4B3-0764-4B98-A37D-58E2E42F7AD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B70CA35-C522-4959-B63A-B8D8DA914850}" type="sibTrans" cxnId="{3C85B4B3-0764-4B98-A37D-58E2E42F7AD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2691A9A0-BF5E-45C6-B8D8-0D16C0C61073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Example: Each flight is created as an object of the Flight class.</a:t>
          </a:r>
          <a:endParaRPr lang="en-US">
            <a:latin typeface="Raleway" panose="020B0604020202020204" charset="0"/>
          </a:endParaRPr>
        </a:p>
      </dgm:t>
    </dgm:pt>
    <dgm:pt modelId="{0D25FD81-22B2-4A6A-AEFC-F66DF65C7106}" type="parTrans" cxnId="{9D181ED9-076C-4C4C-8808-3404AF728A62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06942C2-52FE-4792-B48B-4408F4550A5C}" type="sibTrans" cxnId="{9D181ED9-076C-4C4C-8808-3404AF728A62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5890B9E-C053-4528-A1A9-06FE08B51FE1}" type="pres">
      <dgm:prSet presAssocID="{0A2474BE-7303-4130-83F6-B31471BAE46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C49F06-C515-44F9-B98C-8A22BC4462B1}" type="pres">
      <dgm:prSet presAssocID="{646705DC-9730-4525-8DD9-8897058C2235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800131-0376-4B7D-B7B0-BF239EF8CFDB}" type="pres">
      <dgm:prSet presAssocID="{3536EBF6-47BC-4BAC-9D6C-E8453E9A1D59}" presName="spacer" presStyleCnt="0"/>
      <dgm:spPr/>
    </dgm:pt>
    <dgm:pt modelId="{FB47929C-7C6A-47B7-BDD5-CFEC0045122F}" type="pres">
      <dgm:prSet presAssocID="{DBEC8B39-F615-4444-806C-681447531550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2EC63F-B9C9-4983-BC20-C3950F930066}" type="pres">
      <dgm:prSet presAssocID="{7CF36685-769B-40C3-A7ED-E44AD0BE333F}" presName="spacer" presStyleCnt="0"/>
      <dgm:spPr/>
    </dgm:pt>
    <dgm:pt modelId="{828DDBF5-FE1F-45C7-90BA-A7623BBDCAA9}" type="pres">
      <dgm:prSet presAssocID="{9289DFA5-3675-42DA-B51B-ED2F772BE506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2D8877-3D9C-4360-B6AD-5CE1ABF7B602}" type="pres">
      <dgm:prSet presAssocID="{E577D0B1-AB62-49B0-BDF5-42563B2EA447}" presName="spacer" presStyleCnt="0"/>
      <dgm:spPr/>
    </dgm:pt>
    <dgm:pt modelId="{AD6F2CA4-4AC3-4F58-A1EA-A29CFBBDE23F}" type="pres">
      <dgm:prSet presAssocID="{CC8B42B8-A043-44C5-AF16-AC5E9A94E452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844A83-EB33-4509-8E39-33965F2B2E9C}" type="pres">
      <dgm:prSet presAssocID="{30A19EAC-2329-4C47-AFED-9C971BFF3689}" presName="spacer" presStyleCnt="0"/>
      <dgm:spPr/>
    </dgm:pt>
    <dgm:pt modelId="{3970C8F9-82DF-468B-9A32-7B50359574F1}" type="pres">
      <dgm:prSet presAssocID="{9CB4FE94-EA6E-43A4-BEF5-6ABD7EC8B050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EA6830-E437-43C9-B662-4CC28DA497F9}" type="pres">
      <dgm:prSet presAssocID="{4F126319-D897-4402-9627-644B506718C2}" presName="spacer" presStyleCnt="0"/>
      <dgm:spPr/>
    </dgm:pt>
    <dgm:pt modelId="{6FC3CD5A-FDE6-4634-A83C-B7CDB85825D7}" type="pres">
      <dgm:prSet presAssocID="{8C1D27C9-5355-4991-8F16-83989F9AD628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47288D-3BA9-44EA-894C-78FFABF7DB9A}" type="pres">
      <dgm:prSet presAssocID="{C5897EDB-AED2-49BD-975B-6607653E9F76}" presName="spacer" presStyleCnt="0"/>
      <dgm:spPr/>
    </dgm:pt>
    <dgm:pt modelId="{EFF1A148-8DF0-43B6-BCAB-28CBF3EBBAC9}" type="pres">
      <dgm:prSet presAssocID="{171758A0-4ED4-4798-BF87-439C865C60E8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483643-9D2F-4905-A359-DBF24B15602F}" type="pres">
      <dgm:prSet presAssocID="{AB70CA35-C522-4959-B63A-B8D8DA914850}" presName="spacer" presStyleCnt="0"/>
      <dgm:spPr/>
    </dgm:pt>
    <dgm:pt modelId="{D2383BEB-E142-400E-836F-CE871A895A65}" type="pres">
      <dgm:prSet presAssocID="{2691A9A0-BF5E-45C6-B8D8-0D16C0C61073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C85B4B3-0764-4B98-A37D-58E2E42F7ADB}" srcId="{0A2474BE-7303-4130-83F6-B31471BAE46E}" destId="{171758A0-4ED4-4798-BF87-439C865C60E8}" srcOrd="6" destOrd="0" parTransId="{46EA2361-B489-46B2-B699-22AFDB3F0056}" sibTransId="{AB70CA35-C522-4959-B63A-B8D8DA914850}"/>
    <dgm:cxn modelId="{8A4CA188-8B6F-46AD-94C2-2E720FE31A81}" type="presOf" srcId="{2691A9A0-BF5E-45C6-B8D8-0D16C0C61073}" destId="{D2383BEB-E142-400E-836F-CE871A895A65}" srcOrd="0" destOrd="0" presId="urn:microsoft.com/office/officeart/2005/8/layout/vList2"/>
    <dgm:cxn modelId="{718A2C0D-6D93-48EC-BEEA-86C57B3E544F}" srcId="{0A2474BE-7303-4130-83F6-B31471BAE46E}" destId="{646705DC-9730-4525-8DD9-8897058C2235}" srcOrd="0" destOrd="0" parTransId="{0152CDC6-2061-45E7-BEDA-95207AF2ECC3}" sibTransId="{3536EBF6-47BC-4BAC-9D6C-E8453E9A1D59}"/>
    <dgm:cxn modelId="{0B2DD0CC-3C3D-4CC5-B2FE-020834E5C3F4}" srcId="{0A2474BE-7303-4130-83F6-B31471BAE46E}" destId="{DBEC8B39-F615-4444-806C-681447531550}" srcOrd="1" destOrd="0" parTransId="{022B3EAF-1940-4331-B6F8-57D15F8C4048}" sibTransId="{7CF36685-769B-40C3-A7ED-E44AD0BE333F}"/>
    <dgm:cxn modelId="{3A6A4BF4-6942-4231-898C-51A05539D3D9}" type="presOf" srcId="{646705DC-9730-4525-8DD9-8897058C2235}" destId="{19C49F06-C515-44F9-B98C-8A22BC4462B1}" srcOrd="0" destOrd="0" presId="urn:microsoft.com/office/officeart/2005/8/layout/vList2"/>
    <dgm:cxn modelId="{160D5531-372F-49DC-9B93-9CE3CF5912A8}" type="presOf" srcId="{CC8B42B8-A043-44C5-AF16-AC5E9A94E452}" destId="{AD6F2CA4-4AC3-4F58-A1EA-A29CFBBDE23F}" srcOrd="0" destOrd="0" presId="urn:microsoft.com/office/officeart/2005/8/layout/vList2"/>
    <dgm:cxn modelId="{36E5AC36-0F36-423A-8B7F-474A5ED26FE9}" type="presOf" srcId="{171758A0-4ED4-4798-BF87-439C865C60E8}" destId="{EFF1A148-8DF0-43B6-BCAB-28CBF3EBBAC9}" srcOrd="0" destOrd="0" presId="urn:microsoft.com/office/officeart/2005/8/layout/vList2"/>
    <dgm:cxn modelId="{77FFAE05-D3AC-4F74-A2A1-56B9874674B0}" type="presOf" srcId="{0A2474BE-7303-4130-83F6-B31471BAE46E}" destId="{45890B9E-C053-4528-A1A9-06FE08B51FE1}" srcOrd="0" destOrd="0" presId="urn:microsoft.com/office/officeart/2005/8/layout/vList2"/>
    <dgm:cxn modelId="{90B3D41A-84D6-4390-A76B-18B628BE9986}" type="presOf" srcId="{9289DFA5-3675-42DA-B51B-ED2F772BE506}" destId="{828DDBF5-FE1F-45C7-90BA-A7623BBDCAA9}" srcOrd="0" destOrd="0" presId="urn:microsoft.com/office/officeart/2005/8/layout/vList2"/>
    <dgm:cxn modelId="{9D181ED9-076C-4C4C-8808-3404AF728A62}" srcId="{0A2474BE-7303-4130-83F6-B31471BAE46E}" destId="{2691A9A0-BF5E-45C6-B8D8-0D16C0C61073}" srcOrd="7" destOrd="0" parTransId="{0D25FD81-22B2-4A6A-AEFC-F66DF65C7106}" sibTransId="{306942C2-52FE-4792-B48B-4408F4550A5C}"/>
    <dgm:cxn modelId="{C8DF2D60-65BE-42B0-AB25-005B7AADE780}" type="presOf" srcId="{9CB4FE94-EA6E-43A4-BEF5-6ABD7EC8B050}" destId="{3970C8F9-82DF-468B-9A32-7B50359574F1}" srcOrd="0" destOrd="0" presId="urn:microsoft.com/office/officeart/2005/8/layout/vList2"/>
    <dgm:cxn modelId="{1564F0EF-7777-45F9-A5D6-50006B56A940}" srcId="{0A2474BE-7303-4130-83F6-B31471BAE46E}" destId="{9CB4FE94-EA6E-43A4-BEF5-6ABD7EC8B050}" srcOrd="4" destOrd="0" parTransId="{79D9274E-EFD4-481E-A046-33FCF46CB71E}" sibTransId="{4F126319-D897-4402-9627-644B506718C2}"/>
    <dgm:cxn modelId="{31C278EB-B560-4135-9006-A73805D96017}" srcId="{0A2474BE-7303-4130-83F6-B31471BAE46E}" destId="{9289DFA5-3675-42DA-B51B-ED2F772BE506}" srcOrd="2" destOrd="0" parTransId="{9E92B8B1-C361-4E12-8452-604D682CAF9B}" sibTransId="{E577D0B1-AB62-49B0-BDF5-42563B2EA447}"/>
    <dgm:cxn modelId="{FD6ED6C8-8121-4652-BD59-94AB9266BA76}" type="presOf" srcId="{8C1D27C9-5355-4991-8F16-83989F9AD628}" destId="{6FC3CD5A-FDE6-4634-A83C-B7CDB85825D7}" srcOrd="0" destOrd="0" presId="urn:microsoft.com/office/officeart/2005/8/layout/vList2"/>
    <dgm:cxn modelId="{3A010374-95E6-45BA-B86E-BF7C6BE5EFC3}" type="presOf" srcId="{DBEC8B39-F615-4444-806C-681447531550}" destId="{FB47929C-7C6A-47B7-BDD5-CFEC0045122F}" srcOrd="0" destOrd="0" presId="urn:microsoft.com/office/officeart/2005/8/layout/vList2"/>
    <dgm:cxn modelId="{AEFB26A1-D171-46B7-A028-98C0A6EA404A}" srcId="{0A2474BE-7303-4130-83F6-B31471BAE46E}" destId="{CC8B42B8-A043-44C5-AF16-AC5E9A94E452}" srcOrd="3" destOrd="0" parTransId="{20912443-B55C-46C2-84DC-AF30FCA66073}" sibTransId="{30A19EAC-2329-4C47-AFED-9C971BFF3689}"/>
    <dgm:cxn modelId="{8BAACFC7-7179-4726-8B2C-9D0A44F34673}" srcId="{0A2474BE-7303-4130-83F6-B31471BAE46E}" destId="{8C1D27C9-5355-4991-8F16-83989F9AD628}" srcOrd="5" destOrd="0" parTransId="{D9A6E549-7A3F-4007-90A5-417AC3EC4931}" sibTransId="{C5897EDB-AED2-49BD-975B-6607653E9F76}"/>
    <dgm:cxn modelId="{DA1D2C38-1D5D-4012-AA49-4BDEE41DA34A}" type="presParOf" srcId="{45890B9E-C053-4528-A1A9-06FE08B51FE1}" destId="{19C49F06-C515-44F9-B98C-8A22BC4462B1}" srcOrd="0" destOrd="0" presId="urn:microsoft.com/office/officeart/2005/8/layout/vList2"/>
    <dgm:cxn modelId="{7021630B-6286-4AAF-8281-7AE5048B69B8}" type="presParOf" srcId="{45890B9E-C053-4528-A1A9-06FE08B51FE1}" destId="{0F800131-0376-4B7D-B7B0-BF239EF8CFDB}" srcOrd="1" destOrd="0" presId="urn:microsoft.com/office/officeart/2005/8/layout/vList2"/>
    <dgm:cxn modelId="{B5C157F4-AD27-4D58-9C47-F765E43E2C73}" type="presParOf" srcId="{45890B9E-C053-4528-A1A9-06FE08B51FE1}" destId="{FB47929C-7C6A-47B7-BDD5-CFEC0045122F}" srcOrd="2" destOrd="0" presId="urn:microsoft.com/office/officeart/2005/8/layout/vList2"/>
    <dgm:cxn modelId="{D2ECA731-399B-4E45-B671-C0B22C85014A}" type="presParOf" srcId="{45890B9E-C053-4528-A1A9-06FE08B51FE1}" destId="{E52EC63F-B9C9-4983-BC20-C3950F930066}" srcOrd="3" destOrd="0" presId="urn:microsoft.com/office/officeart/2005/8/layout/vList2"/>
    <dgm:cxn modelId="{884D41D8-0B1E-485A-BAF6-C0E668692C8B}" type="presParOf" srcId="{45890B9E-C053-4528-A1A9-06FE08B51FE1}" destId="{828DDBF5-FE1F-45C7-90BA-A7623BBDCAA9}" srcOrd="4" destOrd="0" presId="urn:microsoft.com/office/officeart/2005/8/layout/vList2"/>
    <dgm:cxn modelId="{60793BC5-401D-4204-B16C-B83110331E3E}" type="presParOf" srcId="{45890B9E-C053-4528-A1A9-06FE08B51FE1}" destId="{5F2D8877-3D9C-4360-B6AD-5CE1ABF7B602}" srcOrd="5" destOrd="0" presId="urn:microsoft.com/office/officeart/2005/8/layout/vList2"/>
    <dgm:cxn modelId="{BA8E6C89-FE47-456F-B80B-617E0B587F30}" type="presParOf" srcId="{45890B9E-C053-4528-A1A9-06FE08B51FE1}" destId="{AD6F2CA4-4AC3-4F58-A1EA-A29CFBBDE23F}" srcOrd="6" destOrd="0" presId="urn:microsoft.com/office/officeart/2005/8/layout/vList2"/>
    <dgm:cxn modelId="{3D3E12AA-2FAE-42E6-A5F9-75638F9002C7}" type="presParOf" srcId="{45890B9E-C053-4528-A1A9-06FE08B51FE1}" destId="{B9844A83-EB33-4509-8E39-33965F2B2E9C}" srcOrd="7" destOrd="0" presId="urn:microsoft.com/office/officeart/2005/8/layout/vList2"/>
    <dgm:cxn modelId="{24E10B80-9A79-4702-A671-92C59D904EEE}" type="presParOf" srcId="{45890B9E-C053-4528-A1A9-06FE08B51FE1}" destId="{3970C8F9-82DF-468B-9A32-7B50359574F1}" srcOrd="8" destOrd="0" presId="urn:microsoft.com/office/officeart/2005/8/layout/vList2"/>
    <dgm:cxn modelId="{C0EE25A6-4172-4916-B6AC-7F63822ED47D}" type="presParOf" srcId="{45890B9E-C053-4528-A1A9-06FE08B51FE1}" destId="{CFEA6830-E437-43C9-B662-4CC28DA497F9}" srcOrd="9" destOrd="0" presId="urn:microsoft.com/office/officeart/2005/8/layout/vList2"/>
    <dgm:cxn modelId="{753E68DB-764C-4853-964C-57A03CB8A102}" type="presParOf" srcId="{45890B9E-C053-4528-A1A9-06FE08B51FE1}" destId="{6FC3CD5A-FDE6-4634-A83C-B7CDB85825D7}" srcOrd="10" destOrd="0" presId="urn:microsoft.com/office/officeart/2005/8/layout/vList2"/>
    <dgm:cxn modelId="{827CDDD3-DAA0-4872-B786-D358D08318A3}" type="presParOf" srcId="{45890B9E-C053-4528-A1A9-06FE08B51FE1}" destId="{E047288D-3BA9-44EA-894C-78FFABF7DB9A}" srcOrd="11" destOrd="0" presId="urn:microsoft.com/office/officeart/2005/8/layout/vList2"/>
    <dgm:cxn modelId="{AF4EFB1C-E261-4378-9837-51929D616C22}" type="presParOf" srcId="{45890B9E-C053-4528-A1A9-06FE08B51FE1}" destId="{EFF1A148-8DF0-43B6-BCAB-28CBF3EBBAC9}" srcOrd="12" destOrd="0" presId="urn:microsoft.com/office/officeart/2005/8/layout/vList2"/>
    <dgm:cxn modelId="{85517F48-EB9A-485D-AE8B-99440D9EA0BA}" type="presParOf" srcId="{45890B9E-C053-4528-A1A9-06FE08B51FE1}" destId="{89483643-9D2F-4905-A359-DBF24B15602F}" srcOrd="13" destOrd="0" presId="urn:microsoft.com/office/officeart/2005/8/layout/vList2"/>
    <dgm:cxn modelId="{FF09A0DE-3302-470F-8A08-F4E1E10E04F9}" type="presParOf" srcId="{45890B9E-C053-4528-A1A9-06FE08B51FE1}" destId="{D2383BEB-E142-400E-836F-CE871A895A6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332C77-9DFE-48E0-88AB-85FD09D633AC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3986EF80-5025-442B-A45C-DE320AF4D179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Exceptions can occur when the user enters an invalid menu choice.</a:t>
          </a:r>
          <a:endParaRPr lang="en-US">
            <a:latin typeface="Raleway" panose="020B0604020202020204" charset="0"/>
          </a:endParaRPr>
        </a:p>
      </dgm:t>
    </dgm:pt>
    <dgm:pt modelId="{3D279F65-DB1B-453E-8977-2CA528000F1D}" type="parTrans" cxnId="{646905E2-CDAE-4A26-A692-CC2B875F7F7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8CCCC0C-866C-486C-931F-15D7A5939B79}" type="sibTrans" cxnId="{646905E2-CDAE-4A26-A692-CC2B875F7F7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FE8072B-2533-478C-B44B-3290512F6127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try-catch handles invalid numeric input without immediately terminating the program.</a:t>
          </a:r>
          <a:endParaRPr lang="en-US" dirty="0">
            <a:latin typeface="Raleway" panose="020B0604020202020204" charset="0"/>
          </a:endParaRPr>
        </a:p>
      </dgm:t>
    </dgm:pt>
    <dgm:pt modelId="{3107B437-6350-48CA-86C4-C7B2B51FC5DA}" type="parTrans" cxnId="{9FB70915-84CE-4074-B6BA-84DB007BA1A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1AF5360-29B5-4775-AC47-BE271BE1D6DC}" type="sibTrans" cxnId="{9FB70915-84CE-4074-B6BA-84DB007BA1A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5688585-462D-44F8-BEC3-0E358FC3D064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File operations handle errors using IOException.</a:t>
          </a:r>
          <a:endParaRPr lang="en-US">
            <a:latin typeface="Raleway" panose="020B0604020202020204" charset="0"/>
          </a:endParaRPr>
        </a:p>
      </dgm:t>
    </dgm:pt>
    <dgm:pt modelId="{20681CF0-6B78-40D7-95DF-1BB7A59FD455}" type="parTrans" cxnId="{B511BA72-A8F1-4051-9F78-000734E2D0B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82D0B80-78A6-40AA-A3F8-0E7ECECAAB0E}" type="sibTrans" cxnId="{B511BA72-A8F1-4051-9F78-000734E2D0B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8EB67E2-6BB1-4D90-B070-5A66A8E6C043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Input validation prevents empty flight details from being added.</a:t>
          </a:r>
          <a:endParaRPr lang="en-US">
            <a:latin typeface="Raleway" panose="020B0604020202020204" charset="0"/>
          </a:endParaRPr>
        </a:p>
      </dgm:t>
    </dgm:pt>
    <dgm:pt modelId="{B91697C4-59C0-435F-9562-354243F790FD}" type="parTrans" cxnId="{0C9AE7B5-0533-4B64-87BB-05A883E0DB5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CD14A6A-4CE1-4F75-9429-AAA1F6773A1D}" type="sibTrans" cxnId="{0C9AE7B5-0533-4B64-87BB-05A883E0DB5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3991FEE-755B-4439-8DAD-57F2331EDF94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Inheritance and interfaces introduce reusable object-oriented design concepts.</a:t>
          </a:r>
          <a:endParaRPr lang="en-US">
            <a:latin typeface="Raleway" panose="020B0604020202020204" charset="0"/>
          </a:endParaRPr>
        </a:p>
      </dgm:t>
    </dgm:pt>
    <dgm:pt modelId="{8BA40C21-1867-48D3-A290-60CBB018C968}" type="parTrans" cxnId="{60FFF173-B7F3-4F6B-8ACF-A5E8158FFC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44A5306-BD60-4EEC-BEDF-E2560CC0FB50}" type="sibTrans" cxnId="{60FFF173-B7F3-4F6B-8ACF-A5E8158FFC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B3C0DAA-21E8-4172-BB9D-28ED3824DEB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Example: If the user enters text instead of a menu number, the program displays an error message and asks again.</a:t>
          </a:r>
          <a:endParaRPr lang="en-US">
            <a:latin typeface="Raleway" panose="020B0604020202020204" charset="0"/>
          </a:endParaRPr>
        </a:p>
      </dgm:t>
    </dgm:pt>
    <dgm:pt modelId="{7117601F-158E-426B-8C89-F465A2748AB8}" type="parTrans" cxnId="{8265035D-C8FA-4F5D-A64C-4921A8AC214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DA74E93-3084-4C36-A945-7F5CBBE7180A}" type="sibTrans" cxnId="{8265035D-C8FA-4F5D-A64C-4921A8AC214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7036E459-9639-4E62-825A-AB8D33D67A87}" type="pres">
      <dgm:prSet presAssocID="{6E332C77-9DFE-48E0-88AB-85FD09D633A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3A6C76-62E9-4B90-B58C-26FA2AF89C07}" type="pres">
      <dgm:prSet presAssocID="{3986EF80-5025-442B-A45C-DE320AF4D179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8395DE-973D-434A-9DC4-011638A004D5}" type="pres">
      <dgm:prSet presAssocID="{D8CCCC0C-866C-486C-931F-15D7A5939B79}" presName="spacer" presStyleCnt="0"/>
      <dgm:spPr/>
    </dgm:pt>
    <dgm:pt modelId="{9BA24E93-B36A-4A1F-8D3F-8550BB6405B8}" type="pres">
      <dgm:prSet presAssocID="{5FE8072B-2533-478C-B44B-3290512F6127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E33A84-2598-4E36-8FB9-F443C7761FD3}" type="pres">
      <dgm:prSet presAssocID="{01AF5360-29B5-4775-AC47-BE271BE1D6DC}" presName="spacer" presStyleCnt="0"/>
      <dgm:spPr/>
    </dgm:pt>
    <dgm:pt modelId="{6A078B21-6E5E-4838-AD34-7F383FF66DD0}" type="pres">
      <dgm:prSet presAssocID="{B5688585-462D-44F8-BEC3-0E358FC3D064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A821D8-9FF8-40A9-8058-2F12ACD21C2D}" type="pres">
      <dgm:prSet presAssocID="{382D0B80-78A6-40AA-A3F8-0E7ECECAAB0E}" presName="spacer" presStyleCnt="0"/>
      <dgm:spPr/>
    </dgm:pt>
    <dgm:pt modelId="{01CCFD68-6BE0-4EA8-9801-A9632C2D3910}" type="pres">
      <dgm:prSet presAssocID="{98EB67E2-6BB1-4D90-B070-5A66A8E6C043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DEEBF1-9B74-4D13-999A-ED8A52E000E8}" type="pres">
      <dgm:prSet presAssocID="{6CD14A6A-4CE1-4F75-9429-AAA1F6773A1D}" presName="spacer" presStyleCnt="0"/>
      <dgm:spPr/>
    </dgm:pt>
    <dgm:pt modelId="{35668509-9816-40EA-8477-CACD0028B697}" type="pres">
      <dgm:prSet presAssocID="{63991FEE-755B-4439-8DAD-57F2331EDF9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D41B3F-4D6F-4AA6-A5CB-4800D2F31A7E}" type="pres">
      <dgm:prSet presAssocID="{644A5306-BD60-4EEC-BEDF-E2560CC0FB50}" presName="spacer" presStyleCnt="0"/>
      <dgm:spPr/>
    </dgm:pt>
    <dgm:pt modelId="{FBF3E1CC-C133-477A-A6C8-16A0486C68C1}" type="pres">
      <dgm:prSet presAssocID="{8B3C0DAA-21E8-4172-BB9D-28ED3824DEB6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38B54E3-239D-45A2-B22E-003B1F3A3E40}" type="presOf" srcId="{8B3C0DAA-21E8-4172-BB9D-28ED3824DEB6}" destId="{FBF3E1CC-C133-477A-A6C8-16A0486C68C1}" srcOrd="0" destOrd="0" presId="urn:microsoft.com/office/officeart/2005/8/layout/vList2"/>
    <dgm:cxn modelId="{353F3641-B8F8-437E-952A-10A7B2E64DE9}" type="presOf" srcId="{3986EF80-5025-442B-A45C-DE320AF4D179}" destId="{D63A6C76-62E9-4B90-B58C-26FA2AF89C07}" srcOrd="0" destOrd="0" presId="urn:microsoft.com/office/officeart/2005/8/layout/vList2"/>
    <dgm:cxn modelId="{27E0E60C-1B79-44D6-BCB1-24B40AF3F014}" type="presOf" srcId="{5FE8072B-2533-478C-B44B-3290512F6127}" destId="{9BA24E93-B36A-4A1F-8D3F-8550BB6405B8}" srcOrd="0" destOrd="0" presId="urn:microsoft.com/office/officeart/2005/8/layout/vList2"/>
    <dgm:cxn modelId="{646905E2-CDAE-4A26-A692-CC2B875F7F73}" srcId="{6E332C77-9DFE-48E0-88AB-85FD09D633AC}" destId="{3986EF80-5025-442B-A45C-DE320AF4D179}" srcOrd="0" destOrd="0" parTransId="{3D279F65-DB1B-453E-8977-2CA528000F1D}" sibTransId="{D8CCCC0C-866C-486C-931F-15D7A5939B79}"/>
    <dgm:cxn modelId="{8265035D-C8FA-4F5D-A64C-4921A8AC2141}" srcId="{6E332C77-9DFE-48E0-88AB-85FD09D633AC}" destId="{8B3C0DAA-21E8-4172-BB9D-28ED3824DEB6}" srcOrd="5" destOrd="0" parTransId="{7117601F-158E-426B-8C89-F465A2748AB8}" sibTransId="{1DA74E93-3084-4C36-A945-7F5CBBE7180A}"/>
    <dgm:cxn modelId="{AB1CE303-6992-475A-90E4-82E815964886}" type="presOf" srcId="{63991FEE-755B-4439-8DAD-57F2331EDF94}" destId="{35668509-9816-40EA-8477-CACD0028B697}" srcOrd="0" destOrd="0" presId="urn:microsoft.com/office/officeart/2005/8/layout/vList2"/>
    <dgm:cxn modelId="{1F45C900-D1E0-47D0-856D-3908C8F8DFE7}" type="presOf" srcId="{98EB67E2-6BB1-4D90-B070-5A66A8E6C043}" destId="{01CCFD68-6BE0-4EA8-9801-A9632C2D3910}" srcOrd="0" destOrd="0" presId="urn:microsoft.com/office/officeart/2005/8/layout/vList2"/>
    <dgm:cxn modelId="{60FFF173-B7F3-4F6B-8ACF-A5E8158FFC6F}" srcId="{6E332C77-9DFE-48E0-88AB-85FD09D633AC}" destId="{63991FEE-755B-4439-8DAD-57F2331EDF94}" srcOrd="4" destOrd="0" parTransId="{8BA40C21-1867-48D3-A290-60CBB018C968}" sibTransId="{644A5306-BD60-4EEC-BEDF-E2560CC0FB50}"/>
    <dgm:cxn modelId="{71862571-77D0-49FF-AE82-C57D25BB0CBC}" type="presOf" srcId="{6E332C77-9DFE-48E0-88AB-85FD09D633AC}" destId="{7036E459-9639-4E62-825A-AB8D33D67A87}" srcOrd="0" destOrd="0" presId="urn:microsoft.com/office/officeart/2005/8/layout/vList2"/>
    <dgm:cxn modelId="{9FB70915-84CE-4074-B6BA-84DB007BA1A1}" srcId="{6E332C77-9DFE-48E0-88AB-85FD09D633AC}" destId="{5FE8072B-2533-478C-B44B-3290512F6127}" srcOrd="1" destOrd="0" parTransId="{3107B437-6350-48CA-86C4-C7B2B51FC5DA}" sibTransId="{01AF5360-29B5-4775-AC47-BE271BE1D6DC}"/>
    <dgm:cxn modelId="{0C9AE7B5-0533-4B64-87BB-05A883E0DB5B}" srcId="{6E332C77-9DFE-48E0-88AB-85FD09D633AC}" destId="{98EB67E2-6BB1-4D90-B070-5A66A8E6C043}" srcOrd="3" destOrd="0" parTransId="{B91697C4-59C0-435F-9562-354243F790FD}" sibTransId="{6CD14A6A-4CE1-4F75-9429-AAA1F6773A1D}"/>
    <dgm:cxn modelId="{CB97D2B6-6694-45D5-94AF-43346950D589}" type="presOf" srcId="{B5688585-462D-44F8-BEC3-0E358FC3D064}" destId="{6A078B21-6E5E-4838-AD34-7F383FF66DD0}" srcOrd="0" destOrd="0" presId="urn:microsoft.com/office/officeart/2005/8/layout/vList2"/>
    <dgm:cxn modelId="{B511BA72-A8F1-4051-9F78-000734E2D0B9}" srcId="{6E332C77-9DFE-48E0-88AB-85FD09D633AC}" destId="{B5688585-462D-44F8-BEC3-0E358FC3D064}" srcOrd="2" destOrd="0" parTransId="{20681CF0-6B78-40D7-95DF-1BB7A59FD455}" sibTransId="{382D0B80-78A6-40AA-A3F8-0E7ECECAAB0E}"/>
    <dgm:cxn modelId="{6BB15976-D15D-4852-BB7C-8A9191ECB6E9}" type="presParOf" srcId="{7036E459-9639-4E62-825A-AB8D33D67A87}" destId="{D63A6C76-62E9-4B90-B58C-26FA2AF89C07}" srcOrd="0" destOrd="0" presId="urn:microsoft.com/office/officeart/2005/8/layout/vList2"/>
    <dgm:cxn modelId="{17CEB04E-815D-4B91-9D51-2B66AAD5FE8B}" type="presParOf" srcId="{7036E459-9639-4E62-825A-AB8D33D67A87}" destId="{1E8395DE-973D-434A-9DC4-011638A004D5}" srcOrd="1" destOrd="0" presId="urn:microsoft.com/office/officeart/2005/8/layout/vList2"/>
    <dgm:cxn modelId="{159681F5-6006-45D9-960B-762FC3A279A7}" type="presParOf" srcId="{7036E459-9639-4E62-825A-AB8D33D67A87}" destId="{9BA24E93-B36A-4A1F-8D3F-8550BB6405B8}" srcOrd="2" destOrd="0" presId="urn:microsoft.com/office/officeart/2005/8/layout/vList2"/>
    <dgm:cxn modelId="{0C56893B-FF63-4460-A722-C6108F26332A}" type="presParOf" srcId="{7036E459-9639-4E62-825A-AB8D33D67A87}" destId="{27E33A84-2598-4E36-8FB9-F443C7761FD3}" srcOrd="3" destOrd="0" presId="urn:microsoft.com/office/officeart/2005/8/layout/vList2"/>
    <dgm:cxn modelId="{20732066-8C97-466D-BC90-1DF72C723C27}" type="presParOf" srcId="{7036E459-9639-4E62-825A-AB8D33D67A87}" destId="{6A078B21-6E5E-4838-AD34-7F383FF66DD0}" srcOrd="4" destOrd="0" presId="urn:microsoft.com/office/officeart/2005/8/layout/vList2"/>
    <dgm:cxn modelId="{40DC1DAA-F41C-4358-9BA9-B6BBFDCE0B5A}" type="presParOf" srcId="{7036E459-9639-4E62-825A-AB8D33D67A87}" destId="{0CA821D8-9FF8-40A9-8058-2F12ACD21C2D}" srcOrd="5" destOrd="0" presId="urn:microsoft.com/office/officeart/2005/8/layout/vList2"/>
    <dgm:cxn modelId="{7C4CF844-0883-4C79-AB55-D371568023A4}" type="presParOf" srcId="{7036E459-9639-4E62-825A-AB8D33D67A87}" destId="{01CCFD68-6BE0-4EA8-9801-A9632C2D3910}" srcOrd="6" destOrd="0" presId="urn:microsoft.com/office/officeart/2005/8/layout/vList2"/>
    <dgm:cxn modelId="{2D6D5AC2-7020-4882-A015-5E8CB8F0FAE1}" type="presParOf" srcId="{7036E459-9639-4E62-825A-AB8D33D67A87}" destId="{0CDEEBF1-9B74-4D13-999A-ED8A52E000E8}" srcOrd="7" destOrd="0" presId="urn:microsoft.com/office/officeart/2005/8/layout/vList2"/>
    <dgm:cxn modelId="{EB2D85E6-6628-44DB-809F-AF052EBA768E}" type="presParOf" srcId="{7036E459-9639-4E62-825A-AB8D33D67A87}" destId="{35668509-9816-40EA-8477-CACD0028B697}" srcOrd="8" destOrd="0" presId="urn:microsoft.com/office/officeart/2005/8/layout/vList2"/>
    <dgm:cxn modelId="{4EFC9718-5507-4967-98A7-D157CD0E5CD8}" type="presParOf" srcId="{7036E459-9639-4E62-825A-AB8D33D67A87}" destId="{4FD41B3F-4D6F-4AA6-A5CB-4800D2F31A7E}" srcOrd="9" destOrd="0" presId="urn:microsoft.com/office/officeart/2005/8/layout/vList2"/>
    <dgm:cxn modelId="{E573D6FF-ABFA-4547-A29E-29F32B8AF2FD}" type="presParOf" srcId="{7036E459-9639-4E62-825A-AB8D33D67A87}" destId="{FBF3E1CC-C133-477A-A6C8-16A0486C68C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EE15FF-0D41-40FF-A60F-545C897E5EF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467C4A7D-B415-4A77-A893-5F212F5BEEAD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Strings store flight numbers, destinations, timings, and statuses.</a:t>
          </a:r>
          <a:endParaRPr lang="en-US">
            <a:latin typeface="Raleway" panose="020B0604020202020204" charset="0"/>
          </a:endParaRPr>
        </a:p>
      </dgm:t>
    </dgm:pt>
    <dgm:pt modelId="{716220B2-1CD3-45AD-90E8-29BB2C8B90EF}" type="parTrans" cxnId="{8EF5827D-6173-4B82-9412-8CB623EDE7D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98CFD02-B82D-4E30-AD5E-A09743C079D4}" type="sibTrans" cxnId="{8EF5827D-6173-4B82-9412-8CB623EDE7D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1216AF4-2AC8-422F-9C7E-DD50357599AE}">
      <dgm:prSet/>
      <dgm:spPr/>
      <dgm:t>
        <a:bodyPr/>
        <a:lstStyle/>
        <a:p>
          <a:pPr rtl="0"/>
          <a:r>
            <a:rPr lang="en-US" b="0" i="0" baseline="0" dirty="0" err="1" smtClean="0">
              <a:latin typeface="Raleway" panose="020B0604020202020204" charset="0"/>
            </a:rPr>
            <a:t>equalsIgnoreCase</a:t>
          </a:r>
          <a:r>
            <a:rPr lang="en-US" b="0" i="0" baseline="0" dirty="0" smtClean="0">
              <a:latin typeface="Raleway" panose="020B0604020202020204" charset="0"/>
            </a:rPr>
            <a:t>() compares text without considering letter case.</a:t>
          </a:r>
          <a:endParaRPr lang="en-US" dirty="0">
            <a:latin typeface="Raleway" panose="020B0604020202020204" charset="0"/>
          </a:endParaRPr>
        </a:p>
      </dgm:t>
    </dgm:pt>
    <dgm:pt modelId="{00353131-9D4F-4CA3-8CFA-A6003D84C78E}" type="parTrans" cxnId="{13EA18F1-E7A8-4741-9B63-35D8DB9F7FE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EB62AD7-52BD-4828-A688-93D62BF03423}" type="sibTrans" cxnId="{13EA18F1-E7A8-4741-9B63-35D8DB9F7FE6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19E8D88-3771-4E72-8D95-54E75E01385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trim() removes unnecessary spaces from input.</a:t>
          </a:r>
          <a:endParaRPr lang="en-US">
            <a:latin typeface="Raleway" panose="020B0604020202020204" charset="0"/>
          </a:endParaRPr>
        </a:p>
      </dgm:t>
    </dgm:pt>
    <dgm:pt modelId="{651AC624-F618-4FF0-8F17-3AA05CA566EA}" type="parTrans" cxnId="{67EA6418-0989-4F43-ACC4-246780560B1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91339F5-6B6F-4803-8D17-D97C749B5253}" type="sibTrans" cxnId="{67EA6418-0989-4F43-ACC4-246780560B1A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779D338-F616-47EF-92C5-B50BAFA17562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split() separates a saved record into individual fields.</a:t>
          </a:r>
          <a:endParaRPr lang="en-US">
            <a:latin typeface="Raleway" panose="020B0604020202020204" charset="0"/>
          </a:endParaRPr>
        </a:p>
      </dgm:t>
    </dgm:pt>
    <dgm:pt modelId="{2E209DD8-C3F1-473F-ABC1-494DEEEC9231}" type="parTrans" cxnId="{1E9DA162-3E29-4CD1-9DAA-13843F796BE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870BFD5-7971-4354-B22C-5131521FCDE2}" type="sibTrans" cxnId="{1E9DA162-3E29-4CD1-9DAA-13843F796BE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0686BF9-D31B-4934-909B-120D2035FFF7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Comparable defines the natural sorting order of flight objects.</a:t>
          </a:r>
          <a:endParaRPr lang="en-US">
            <a:latin typeface="Raleway" panose="020B0604020202020204" charset="0"/>
          </a:endParaRPr>
        </a:p>
      </dgm:t>
    </dgm:pt>
    <dgm:pt modelId="{B5CA8AFC-8E09-4015-8706-E348028CC166}" type="parTrans" cxnId="{4DF5D543-8464-46CA-B20E-A9D0029CBDC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4725CD3-B08A-43AD-BCCB-696B66DE063B}" type="sibTrans" cxnId="{4DF5D543-8464-46CA-B20E-A9D0029CBDC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A467388-72CE-4C79-BC54-B5DCA3F5DEB5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Arrays.sort() arranges flight records in order.</a:t>
          </a:r>
          <a:endParaRPr lang="en-US">
            <a:latin typeface="Raleway" panose="020B0604020202020204" charset="0"/>
          </a:endParaRPr>
        </a:p>
      </dgm:t>
    </dgm:pt>
    <dgm:pt modelId="{F0318325-5882-4BF5-86B2-96B0265BA786}" type="parTrans" cxnId="{3CB38689-5E14-424E-8D93-59513CB0ED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4F0D9F2-0DA4-4E2B-99D8-9477CFCF5CE0}" type="sibTrans" cxnId="{3CB38689-5E14-424E-8D93-59513CB0ED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B503B51-D557-47FE-B8D5-6C4D0F994DCD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Searching helps locate a particular flight.</a:t>
          </a:r>
          <a:endParaRPr lang="en-US">
            <a:latin typeface="Raleway" panose="020B0604020202020204" charset="0"/>
          </a:endParaRPr>
        </a:p>
      </dgm:t>
    </dgm:pt>
    <dgm:pt modelId="{274950D4-E6C8-4949-95F7-4DEB8DC00365}" type="parTrans" cxnId="{C590DC96-DCB1-40BB-A5B1-672A08C2C32C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529A728-A7F9-4F0F-9D07-6B9AAA5BBF40}" type="sibTrans" cxnId="{C590DC96-DCB1-40BB-A5B1-672A08C2C32C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C82DD8B-BBCA-4B75-865A-3FE22A0D3909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These operations help validate, organize, and process flight information.</a:t>
          </a:r>
          <a:endParaRPr lang="en-US">
            <a:latin typeface="Raleway" panose="020B0604020202020204" charset="0"/>
          </a:endParaRPr>
        </a:p>
      </dgm:t>
    </dgm:pt>
    <dgm:pt modelId="{8897766C-FC44-4963-A519-157A1A367EA2}" type="parTrans" cxnId="{26AD72D9-8956-4FD5-A834-C82F8989282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65CF0CC-3F56-468C-9CC3-0DBE87510F7A}" type="sibTrans" cxnId="{26AD72D9-8956-4FD5-A834-C82F8989282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A425FC1-043A-4CEA-A4CB-E29E13FC37BA}" type="pres">
      <dgm:prSet presAssocID="{28EE15FF-0D41-40FF-A60F-545C897E5EF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3F8205-1359-497F-9BB0-59B5C721461D}" type="pres">
      <dgm:prSet presAssocID="{467C4A7D-B415-4A77-A893-5F212F5BEEAD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68F925-0C61-4C1F-A238-3EC852687013}" type="pres">
      <dgm:prSet presAssocID="{698CFD02-B82D-4E30-AD5E-A09743C079D4}" presName="spacer" presStyleCnt="0"/>
      <dgm:spPr/>
    </dgm:pt>
    <dgm:pt modelId="{4D92DD90-3CD5-4F10-8FA0-A881AE4F008D}" type="pres">
      <dgm:prSet presAssocID="{A1216AF4-2AC8-422F-9C7E-DD50357599AE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A9CF42-710F-4CB1-A003-1C542289E3D9}" type="pres">
      <dgm:prSet presAssocID="{9EB62AD7-52BD-4828-A688-93D62BF03423}" presName="spacer" presStyleCnt="0"/>
      <dgm:spPr/>
    </dgm:pt>
    <dgm:pt modelId="{D946B920-D353-4B93-B675-B84FCED56DBA}" type="pres">
      <dgm:prSet presAssocID="{E19E8D88-3771-4E72-8D95-54E75E013850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126444-038D-4696-99B6-0EC40FA89E46}" type="pres">
      <dgm:prSet presAssocID="{E91339F5-6B6F-4803-8D17-D97C749B5253}" presName="spacer" presStyleCnt="0"/>
      <dgm:spPr/>
    </dgm:pt>
    <dgm:pt modelId="{E1FF9AFF-BFA7-4F91-9C32-E56121FB91FB}" type="pres">
      <dgm:prSet presAssocID="{8779D338-F616-47EF-92C5-B50BAFA17562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5421FC-F57E-4155-BF84-4B0D2C8C64D5}" type="pres">
      <dgm:prSet presAssocID="{A870BFD5-7971-4354-B22C-5131521FCDE2}" presName="spacer" presStyleCnt="0"/>
      <dgm:spPr/>
    </dgm:pt>
    <dgm:pt modelId="{989AF628-B21A-4854-8A3B-A69D9A520BED}" type="pres">
      <dgm:prSet presAssocID="{F0686BF9-D31B-4934-909B-120D2035FFF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A8335D-A74B-47AE-B92E-D04E1BCDC866}" type="pres">
      <dgm:prSet presAssocID="{14725CD3-B08A-43AD-BCCB-696B66DE063B}" presName="spacer" presStyleCnt="0"/>
      <dgm:spPr/>
    </dgm:pt>
    <dgm:pt modelId="{24F2907F-3876-423B-B812-A05EC0BC9E61}" type="pres">
      <dgm:prSet presAssocID="{8A467388-72CE-4C79-BC54-B5DCA3F5DEB5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1DA8F7-B850-4FAE-92C0-24761D770A0B}" type="pres">
      <dgm:prSet presAssocID="{A4F0D9F2-0DA4-4E2B-99D8-9477CFCF5CE0}" presName="spacer" presStyleCnt="0"/>
      <dgm:spPr/>
    </dgm:pt>
    <dgm:pt modelId="{589F9092-3F6E-4DC4-BC8E-682BFF3FED8D}" type="pres">
      <dgm:prSet presAssocID="{6B503B51-D557-47FE-B8D5-6C4D0F994DCD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5DAE63-C854-41D7-95AB-23FBC8E21762}" type="pres">
      <dgm:prSet presAssocID="{3529A728-A7F9-4F0F-9D07-6B9AAA5BBF40}" presName="spacer" presStyleCnt="0"/>
      <dgm:spPr/>
    </dgm:pt>
    <dgm:pt modelId="{925CA32C-57E8-4AA6-84E7-57D561E52B30}" type="pres">
      <dgm:prSet presAssocID="{4C82DD8B-BBCA-4B75-865A-3FE22A0D3909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590DC96-DCB1-40BB-A5B1-672A08C2C32C}" srcId="{28EE15FF-0D41-40FF-A60F-545C897E5EF1}" destId="{6B503B51-D557-47FE-B8D5-6C4D0F994DCD}" srcOrd="6" destOrd="0" parTransId="{274950D4-E6C8-4949-95F7-4DEB8DC00365}" sibTransId="{3529A728-A7F9-4F0F-9D07-6B9AAA5BBF40}"/>
    <dgm:cxn modelId="{2631D1E3-FD8A-4049-A1FB-22BB063ED70B}" type="presOf" srcId="{6B503B51-D557-47FE-B8D5-6C4D0F994DCD}" destId="{589F9092-3F6E-4DC4-BC8E-682BFF3FED8D}" srcOrd="0" destOrd="0" presId="urn:microsoft.com/office/officeart/2005/8/layout/vList2"/>
    <dgm:cxn modelId="{4DF5D543-8464-46CA-B20E-A9D0029CBDCB}" srcId="{28EE15FF-0D41-40FF-A60F-545C897E5EF1}" destId="{F0686BF9-D31B-4934-909B-120D2035FFF7}" srcOrd="4" destOrd="0" parTransId="{B5CA8AFC-8E09-4015-8706-E348028CC166}" sibTransId="{14725CD3-B08A-43AD-BCCB-696B66DE063B}"/>
    <dgm:cxn modelId="{8EF5827D-6173-4B82-9412-8CB623EDE7D7}" srcId="{28EE15FF-0D41-40FF-A60F-545C897E5EF1}" destId="{467C4A7D-B415-4A77-A893-5F212F5BEEAD}" srcOrd="0" destOrd="0" parTransId="{716220B2-1CD3-45AD-90E8-29BB2C8B90EF}" sibTransId="{698CFD02-B82D-4E30-AD5E-A09743C079D4}"/>
    <dgm:cxn modelId="{B4E43E94-117D-475B-A51B-BF8FAB88098C}" type="presOf" srcId="{8A467388-72CE-4C79-BC54-B5DCA3F5DEB5}" destId="{24F2907F-3876-423B-B812-A05EC0BC9E61}" srcOrd="0" destOrd="0" presId="urn:microsoft.com/office/officeart/2005/8/layout/vList2"/>
    <dgm:cxn modelId="{3CB38689-5E14-424E-8D93-59513CB0ED6F}" srcId="{28EE15FF-0D41-40FF-A60F-545C897E5EF1}" destId="{8A467388-72CE-4C79-BC54-B5DCA3F5DEB5}" srcOrd="5" destOrd="0" parTransId="{F0318325-5882-4BF5-86B2-96B0265BA786}" sibTransId="{A4F0D9F2-0DA4-4E2B-99D8-9477CFCF5CE0}"/>
    <dgm:cxn modelId="{67EA6418-0989-4F43-ACC4-246780560B1A}" srcId="{28EE15FF-0D41-40FF-A60F-545C897E5EF1}" destId="{E19E8D88-3771-4E72-8D95-54E75E013850}" srcOrd="2" destOrd="0" parTransId="{651AC624-F618-4FF0-8F17-3AA05CA566EA}" sibTransId="{E91339F5-6B6F-4803-8D17-D97C749B5253}"/>
    <dgm:cxn modelId="{3C1DB568-CD35-4889-A0A9-B538D24503B7}" type="presOf" srcId="{4C82DD8B-BBCA-4B75-865A-3FE22A0D3909}" destId="{925CA32C-57E8-4AA6-84E7-57D561E52B30}" srcOrd="0" destOrd="0" presId="urn:microsoft.com/office/officeart/2005/8/layout/vList2"/>
    <dgm:cxn modelId="{925E0D1A-7B9D-4777-A9A1-186295CD8B55}" type="presOf" srcId="{8779D338-F616-47EF-92C5-B50BAFA17562}" destId="{E1FF9AFF-BFA7-4F91-9C32-E56121FB91FB}" srcOrd="0" destOrd="0" presId="urn:microsoft.com/office/officeart/2005/8/layout/vList2"/>
    <dgm:cxn modelId="{13EA18F1-E7A8-4741-9B63-35D8DB9F7FE6}" srcId="{28EE15FF-0D41-40FF-A60F-545C897E5EF1}" destId="{A1216AF4-2AC8-422F-9C7E-DD50357599AE}" srcOrd="1" destOrd="0" parTransId="{00353131-9D4F-4CA3-8CFA-A6003D84C78E}" sibTransId="{9EB62AD7-52BD-4828-A688-93D62BF03423}"/>
    <dgm:cxn modelId="{3DEC73C0-05B2-4852-B98C-1829E95337C4}" type="presOf" srcId="{E19E8D88-3771-4E72-8D95-54E75E013850}" destId="{D946B920-D353-4B93-B675-B84FCED56DBA}" srcOrd="0" destOrd="0" presId="urn:microsoft.com/office/officeart/2005/8/layout/vList2"/>
    <dgm:cxn modelId="{26AD72D9-8956-4FD5-A834-C82F8989282F}" srcId="{28EE15FF-0D41-40FF-A60F-545C897E5EF1}" destId="{4C82DD8B-BBCA-4B75-865A-3FE22A0D3909}" srcOrd="7" destOrd="0" parTransId="{8897766C-FC44-4963-A519-157A1A367EA2}" sibTransId="{865CF0CC-3F56-468C-9CC3-0DBE87510F7A}"/>
    <dgm:cxn modelId="{DF873838-FB47-4E9D-A502-03A998429216}" type="presOf" srcId="{A1216AF4-2AC8-422F-9C7E-DD50357599AE}" destId="{4D92DD90-3CD5-4F10-8FA0-A881AE4F008D}" srcOrd="0" destOrd="0" presId="urn:microsoft.com/office/officeart/2005/8/layout/vList2"/>
    <dgm:cxn modelId="{EDA27EC8-249B-4A61-83A0-722C12E6ABDB}" type="presOf" srcId="{28EE15FF-0D41-40FF-A60F-545C897E5EF1}" destId="{FA425FC1-043A-4CEA-A4CB-E29E13FC37BA}" srcOrd="0" destOrd="0" presId="urn:microsoft.com/office/officeart/2005/8/layout/vList2"/>
    <dgm:cxn modelId="{1E9DA162-3E29-4CD1-9DAA-13843F796BE1}" srcId="{28EE15FF-0D41-40FF-A60F-545C897E5EF1}" destId="{8779D338-F616-47EF-92C5-B50BAFA17562}" srcOrd="3" destOrd="0" parTransId="{2E209DD8-C3F1-473F-ABC1-494DEEEC9231}" sibTransId="{A870BFD5-7971-4354-B22C-5131521FCDE2}"/>
    <dgm:cxn modelId="{E5C9A5EB-6E68-4BAC-930D-AFE63214845A}" type="presOf" srcId="{467C4A7D-B415-4A77-A893-5F212F5BEEAD}" destId="{5E3F8205-1359-497F-9BB0-59B5C721461D}" srcOrd="0" destOrd="0" presId="urn:microsoft.com/office/officeart/2005/8/layout/vList2"/>
    <dgm:cxn modelId="{23311FE7-683F-44B9-9BD4-8FD0EBF5114D}" type="presOf" srcId="{F0686BF9-D31B-4934-909B-120D2035FFF7}" destId="{989AF628-B21A-4854-8A3B-A69D9A520BED}" srcOrd="0" destOrd="0" presId="urn:microsoft.com/office/officeart/2005/8/layout/vList2"/>
    <dgm:cxn modelId="{DC20C2F2-CE4F-47F7-AE8B-0EAD4EE9315E}" type="presParOf" srcId="{FA425FC1-043A-4CEA-A4CB-E29E13FC37BA}" destId="{5E3F8205-1359-497F-9BB0-59B5C721461D}" srcOrd="0" destOrd="0" presId="urn:microsoft.com/office/officeart/2005/8/layout/vList2"/>
    <dgm:cxn modelId="{75AC88F8-A68A-4E2D-BB8A-3A2C0B65E445}" type="presParOf" srcId="{FA425FC1-043A-4CEA-A4CB-E29E13FC37BA}" destId="{DB68F925-0C61-4C1F-A238-3EC852687013}" srcOrd="1" destOrd="0" presId="urn:microsoft.com/office/officeart/2005/8/layout/vList2"/>
    <dgm:cxn modelId="{6092DE0F-F13B-408C-AAAC-D6ED66D72BA9}" type="presParOf" srcId="{FA425FC1-043A-4CEA-A4CB-E29E13FC37BA}" destId="{4D92DD90-3CD5-4F10-8FA0-A881AE4F008D}" srcOrd="2" destOrd="0" presId="urn:microsoft.com/office/officeart/2005/8/layout/vList2"/>
    <dgm:cxn modelId="{606D065B-9531-48DC-B7AC-CAFEEFC1306C}" type="presParOf" srcId="{FA425FC1-043A-4CEA-A4CB-E29E13FC37BA}" destId="{67A9CF42-710F-4CB1-A003-1C542289E3D9}" srcOrd="3" destOrd="0" presId="urn:microsoft.com/office/officeart/2005/8/layout/vList2"/>
    <dgm:cxn modelId="{037F1706-3D85-494A-8398-3826B5DDC7E0}" type="presParOf" srcId="{FA425FC1-043A-4CEA-A4CB-E29E13FC37BA}" destId="{D946B920-D353-4B93-B675-B84FCED56DBA}" srcOrd="4" destOrd="0" presId="urn:microsoft.com/office/officeart/2005/8/layout/vList2"/>
    <dgm:cxn modelId="{B0FE0380-E1E6-4914-B0E9-D6B254BD69BC}" type="presParOf" srcId="{FA425FC1-043A-4CEA-A4CB-E29E13FC37BA}" destId="{96126444-038D-4696-99B6-0EC40FA89E46}" srcOrd="5" destOrd="0" presId="urn:microsoft.com/office/officeart/2005/8/layout/vList2"/>
    <dgm:cxn modelId="{031BD6D0-F23A-44E3-8896-C7CDE19F8BF4}" type="presParOf" srcId="{FA425FC1-043A-4CEA-A4CB-E29E13FC37BA}" destId="{E1FF9AFF-BFA7-4F91-9C32-E56121FB91FB}" srcOrd="6" destOrd="0" presId="urn:microsoft.com/office/officeart/2005/8/layout/vList2"/>
    <dgm:cxn modelId="{00C2887C-82BB-4AB6-8414-075088271EBA}" type="presParOf" srcId="{FA425FC1-043A-4CEA-A4CB-E29E13FC37BA}" destId="{5A5421FC-F57E-4155-BF84-4B0D2C8C64D5}" srcOrd="7" destOrd="0" presId="urn:microsoft.com/office/officeart/2005/8/layout/vList2"/>
    <dgm:cxn modelId="{2F9F6A63-4F5A-4A93-BDAD-58201A6CC980}" type="presParOf" srcId="{FA425FC1-043A-4CEA-A4CB-E29E13FC37BA}" destId="{989AF628-B21A-4854-8A3B-A69D9A520BED}" srcOrd="8" destOrd="0" presId="urn:microsoft.com/office/officeart/2005/8/layout/vList2"/>
    <dgm:cxn modelId="{5E130629-06D1-4BAD-827D-C6871F58B779}" type="presParOf" srcId="{FA425FC1-043A-4CEA-A4CB-E29E13FC37BA}" destId="{9DA8335D-A74B-47AE-B92E-D04E1BCDC866}" srcOrd="9" destOrd="0" presId="urn:microsoft.com/office/officeart/2005/8/layout/vList2"/>
    <dgm:cxn modelId="{9BA4CF89-1E88-4998-B153-40085B9EF8BD}" type="presParOf" srcId="{FA425FC1-043A-4CEA-A4CB-E29E13FC37BA}" destId="{24F2907F-3876-423B-B812-A05EC0BC9E61}" srcOrd="10" destOrd="0" presId="urn:microsoft.com/office/officeart/2005/8/layout/vList2"/>
    <dgm:cxn modelId="{49FC5287-4A24-47D8-99A6-5B020A7674B9}" type="presParOf" srcId="{FA425FC1-043A-4CEA-A4CB-E29E13FC37BA}" destId="{E01DA8F7-B850-4FAE-92C0-24761D770A0B}" srcOrd="11" destOrd="0" presId="urn:microsoft.com/office/officeart/2005/8/layout/vList2"/>
    <dgm:cxn modelId="{6614F48B-D04B-4C5D-B64A-58BF72DC417D}" type="presParOf" srcId="{FA425FC1-043A-4CEA-A4CB-E29E13FC37BA}" destId="{589F9092-3F6E-4DC4-BC8E-682BFF3FED8D}" srcOrd="12" destOrd="0" presId="urn:microsoft.com/office/officeart/2005/8/layout/vList2"/>
    <dgm:cxn modelId="{B6A5B7F1-838F-44B4-9371-B5336436437B}" type="presParOf" srcId="{FA425FC1-043A-4CEA-A4CB-E29E13FC37BA}" destId="{FE5DAE63-C854-41D7-95AB-23FBC8E21762}" srcOrd="13" destOrd="0" presId="urn:microsoft.com/office/officeart/2005/8/layout/vList2"/>
    <dgm:cxn modelId="{269818D2-E04C-4B85-8821-E712E1D474CA}" type="presParOf" srcId="{FA425FC1-043A-4CEA-A4CB-E29E13FC37BA}" destId="{925CA32C-57E8-4AA6-84E7-57D561E52B3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7F48DA-BC6A-4940-AE3A-62F48E9CD91A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FC79AD8E-8219-4742-9780-935C69F2831B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Path identifies the location of the data file.</a:t>
          </a:r>
          <a:endParaRPr lang="en-US">
            <a:latin typeface="Raleway" panose="020B0604020202020204" charset="0"/>
          </a:endParaRPr>
        </a:p>
      </dgm:t>
    </dgm:pt>
    <dgm:pt modelId="{6B05919B-E64C-4715-A06C-D62F880950DE}" type="parTrans" cxnId="{D2A877AD-B0F8-446F-8F29-0578590FC97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30534F7-D9F5-48D1-9FBD-4A27FA1D7542}" type="sibTrans" cxnId="{D2A877AD-B0F8-446F-8F29-0578590FC97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DA2511E-4A85-4405-BD63-E63D5688139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Files provides methods to read and write data.</a:t>
          </a:r>
          <a:endParaRPr lang="en-US">
            <a:latin typeface="Raleway" panose="020B0604020202020204" charset="0"/>
          </a:endParaRPr>
        </a:p>
      </dgm:t>
    </dgm:pt>
    <dgm:pt modelId="{C8993FE1-8060-4F81-8042-492FE0A6C0D7}" type="parTrans" cxnId="{27782E48-B274-4748-95B9-E486C6D5B84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76AC0748-1FE6-4AE5-B97C-31BCE0004C32}" type="sibTrans" cxnId="{27782E48-B274-4748-95B9-E486C6D5B84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3E4E943-48D7-4B9E-A247-8B819140ADE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BufferedReader reads saved records line by line.</a:t>
          </a:r>
          <a:endParaRPr lang="en-US">
            <a:latin typeface="Raleway" panose="020B0604020202020204" charset="0"/>
          </a:endParaRPr>
        </a:p>
      </dgm:t>
    </dgm:pt>
    <dgm:pt modelId="{6C28D151-E930-4AFF-A635-DF4589612BFE}" type="parTrans" cxnId="{835CA7AA-4489-49AF-BBEB-A81CC4606A0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2A29769F-A7D7-4537-B7A9-1408A6F0EEBD}" type="sibTrans" cxnId="{835CA7AA-4489-49AF-BBEB-A81CC4606A0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72FB7CF-AB32-4F8B-9A10-181C3912D5C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BufferedWriter writes flight details to a text file.</a:t>
          </a:r>
          <a:endParaRPr lang="en-US">
            <a:latin typeface="Raleway" panose="020B0604020202020204" charset="0"/>
          </a:endParaRPr>
        </a:p>
      </dgm:t>
    </dgm:pt>
    <dgm:pt modelId="{D7028410-4240-4684-A870-06092C8018EE}" type="parTrans" cxnId="{CF513FDB-50C1-4AE5-B21F-9903DE57BB2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2D6FA93-A9A4-4ABC-8520-58FD29F128A7}" type="sibTrans" cxnId="{CF513FDB-50C1-4AE5-B21F-9903DE57BB2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62D07C8-467D-49F4-9FCD-3DAA0CEA06F7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Each flight is stored as a record separated by a delimiter.</a:t>
          </a:r>
          <a:endParaRPr lang="en-US">
            <a:latin typeface="Raleway" panose="020B0604020202020204" charset="0"/>
          </a:endParaRPr>
        </a:p>
      </dgm:t>
    </dgm:pt>
    <dgm:pt modelId="{4D43E4A3-768F-4EF9-A3F5-65A58135CAA0}" type="parTrans" cxnId="{D9276980-97B9-4164-81C4-A5CA03B8805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297640E-AF91-4661-913F-8138ED9D27FD}" type="sibTrans" cxnId="{D9276980-97B9-4164-81C4-A5CA03B88059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687CB77-0CBD-47D6-85C2-14CE3C1773E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try-with-resources automatically closes file resources.</a:t>
          </a:r>
          <a:endParaRPr lang="en-US">
            <a:latin typeface="Raleway" panose="020B0604020202020204" charset="0"/>
          </a:endParaRPr>
        </a:p>
      </dgm:t>
    </dgm:pt>
    <dgm:pt modelId="{D6AA68FD-EBF0-494A-8B0B-2E1BF9E2CCB5}" type="parTrans" cxnId="{4E3C9366-4C6C-4469-B920-18C69966113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AB11574-A931-4B1F-9770-314ACA8FF8B3}" type="sibTrans" cxnId="{4E3C9366-4C6C-4469-B920-18C699661130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5B21181-86DD-4624-A20D-17CD632A9F90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Exception handling manages file access errors.</a:t>
          </a:r>
          <a:endParaRPr lang="en-US">
            <a:latin typeface="Raleway" panose="020B0604020202020204" charset="0"/>
          </a:endParaRPr>
        </a:p>
      </dgm:t>
    </dgm:pt>
    <dgm:pt modelId="{043691CD-85E8-4C9B-A94D-2067D9B87DC8}" type="parTrans" cxnId="{5752BC63-EF01-4CBC-B064-D180FA7C6FE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BEA348D-86FD-4624-8F5F-F4540DBA8DAC}" type="sibTrans" cxnId="{5752BC63-EF01-4CBC-B064-D180FA7C6FE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5D3A540C-AA99-4681-9163-317B3B359743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Example: Flight records are saved in flights.txt and can be loaded when the application starts.</a:t>
          </a:r>
          <a:endParaRPr lang="en-US">
            <a:latin typeface="Raleway" panose="020B0604020202020204" charset="0"/>
          </a:endParaRPr>
        </a:p>
      </dgm:t>
    </dgm:pt>
    <dgm:pt modelId="{FF240300-A030-4533-ADB2-785BDA7271B8}" type="parTrans" cxnId="{7101EBD4-8C1E-49B0-B62D-2278887673E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668453F7-BB37-4328-AF6D-CC96942CBEE6}" type="sibTrans" cxnId="{7101EBD4-8C1E-49B0-B62D-2278887673E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B23F2CE-BAAA-4AA6-A012-BA7B27F41AA5}" type="pres">
      <dgm:prSet presAssocID="{B97F48DA-BC6A-4940-AE3A-62F48E9CD91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573063-E859-408D-B221-3EA2C126494F}" type="pres">
      <dgm:prSet presAssocID="{FC79AD8E-8219-4742-9780-935C69F2831B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A9BE4A-3FD5-4F1E-9EB2-99B7D4B25F57}" type="pres">
      <dgm:prSet presAssocID="{E30534F7-D9F5-48D1-9FBD-4A27FA1D7542}" presName="spacer" presStyleCnt="0"/>
      <dgm:spPr/>
    </dgm:pt>
    <dgm:pt modelId="{8D2633AC-9B60-4DBB-835A-AA4D51CFBB4B}" type="pres">
      <dgm:prSet presAssocID="{DDA2511E-4A85-4405-BD63-E63D56881396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E04BC9-BBEC-41FD-AE9A-3194BAC2DB72}" type="pres">
      <dgm:prSet presAssocID="{76AC0748-1FE6-4AE5-B97C-31BCE0004C32}" presName="spacer" presStyleCnt="0"/>
      <dgm:spPr/>
    </dgm:pt>
    <dgm:pt modelId="{F9773E30-5E13-4D20-A0DA-29F0BD6AB017}" type="pres">
      <dgm:prSet presAssocID="{D3E4E943-48D7-4B9E-A247-8B819140ADE6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D6FED2-6EB3-41C1-9D29-9D79E2A5148D}" type="pres">
      <dgm:prSet presAssocID="{2A29769F-A7D7-4537-B7A9-1408A6F0EEBD}" presName="spacer" presStyleCnt="0"/>
      <dgm:spPr/>
    </dgm:pt>
    <dgm:pt modelId="{7F1E13A8-C6D5-4D6C-94CA-E90DCA8935DC}" type="pres">
      <dgm:prSet presAssocID="{D72FB7CF-AB32-4F8B-9A10-181C3912D5C6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7E5973-C72B-4A7B-9C18-8847EFD0424E}" type="pres">
      <dgm:prSet presAssocID="{B2D6FA93-A9A4-4ABC-8520-58FD29F128A7}" presName="spacer" presStyleCnt="0"/>
      <dgm:spPr/>
    </dgm:pt>
    <dgm:pt modelId="{7A6B9081-CD86-4E5F-8062-97B34E7BC942}" type="pres">
      <dgm:prSet presAssocID="{862D07C8-467D-49F4-9FCD-3DAA0CEA06F7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C83E09-4A37-44DB-A670-73AF05AA1577}" type="pres">
      <dgm:prSet presAssocID="{5297640E-AF91-4661-913F-8138ED9D27FD}" presName="spacer" presStyleCnt="0"/>
      <dgm:spPr/>
    </dgm:pt>
    <dgm:pt modelId="{FBF6E626-A1D2-4BE1-9C2A-66D696279E5F}" type="pres">
      <dgm:prSet presAssocID="{F687CB77-0CBD-47D6-85C2-14CE3C1773E6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19A0E4-5FE6-480B-8CAE-799B1972AFAB}" type="pres">
      <dgm:prSet presAssocID="{FAB11574-A931-4B1F-9770-314ACA8FF8B3}" presName="spacer" presStyleCnt="0"/>
      <dgm:spPr/>
    </dgm:pt>
    <dgm:pt modelId="{930350BE-0FE3-4F82-8297-B3CB44891665}" type="pres">
      <dgm:prSet presAssocID="{95B21181-86DD-4624-A20D-17CD632A9F90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F781CB-6A9B-4984-94D2-26A704B2A466}" type="pres">
      <dgm:prSet presAssocID="{CBEA348D-86FD-4624-8F5F-F4540DBA8DAC}" presName="spacer" presStyleCnt="0"/>
      <dgm:spPr/>
    </dgm:pt>
    <dgm:pt modelId="{2F9DC7E4-8CBF-4AB6-ACB1-9F7278C417D4}" type="pres">
      <dgm:prSet presAssocID="{5D3A540C-AA99-4681-9163-317B3B359743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802435E-5A18-4EF7-B389-FEFD54CDE0D6}" type="presOf" srcId="{FC79AD8E-8219-4742-9780-935C69F2831B}" destId="{5B573063-E859-408D-B221-3EA2C126494F}" srcOrd="0" destOrd="0" presId="urn:microsoft.com/office/officeart/2005/8/layout/vList2"/>
    <dgm:cxn modelId="{5752BC63-EF01-4CBC-B064-D180FA7C6FEB}" srcId="{B97F48DA-BC6A-4940-AE3A-62F48E9CD91A}" destId="{95B21181-86DD-4624-A20D-17CD632A9F90}" srcOrd="6" destOrd="0" parTransId="{043691CD-85E8-4C9B-A94D-2067D9B87DC8}" sibTransId="{CBEA348D-86FD-4624-8F5F-F4540DBA8DAC}"/>
    <dgm:cxn modelId="{352D2C4A-95D0-489E-B0C3-B40DB337FF38}" type="presOf" srcId="{D72FB7CF-AB32-4F8B-9A10-181C3912D5C6}" destId="{7F1E13A8-C6D5-4D6C-94CA-E90DCA8935DC}" srcOrd="0" destOrd="0" presId="urn:microsoft.com/office/officeart/2005/8/layout/vList2"/>
    <dgm:cxn modelId="{D2A877AD-B0F8-446F-8F29-0578590FC979}" srcId="{B97F48DA-BC6A-4940-AE3A-62F48E9CD91A}" destId="{FC79AD8E-8219-4742-9780-935C69F2831B}" srcOrd="0" destOrd="0" parTransId="{6B05919B-E64C-4715-A06C-D62F880950DE}" sibTransId="{E30534F7-D9F5-48D1-9FBD-4A27FA1D7542}"/>
    <dgm:cxn modelId="{7101EBD4-8C1E-49B0-B62D-2278887673ED}" srcId="{B97F48DA-BC6A-4940-AE3A-62F48E9CD91A}" destId="{5D3A540C-AA99-4681-9163-317B3B359743}" srcOrd="7" destOrd="0" parTransId="{FF240300-A030-4533-ADB2-785BDA7271B8}" sibTransId="{668453F7-BB37-4328-AF6D-CC96942CBEE6}"/>
    <dgm:cxn modelId="{CF513FDB-50C1-4AE5-B21F-9903DE57BB24}" srcId="{B97F48DA-BC6A-4940-AE3A-62F48E9CD91A}" destId="{D72FB7CF-AB32-4F8B-9A10-181C3912D5C6}" srcOrd="3" destOrd="0" parTransId="{D7028410-4240-4684-A870-06092C8018EE}" sibTransId="{B2D6FA93-A9A4-4ABC-8520-58FD29F128A7}"/>
    <dgm:cxn modelId="{AA36B993-80AF-42D1-8F58-2F577271CB58}" type="presOf" srcId="{D3E4E943-48D7-4B9E-A247-8B819140ADE6}" destId="{F9773E30-5E13-4D20-A0DA-29F0BD6AB017}" srcOrd="0" destOrd="0" presId="urn:microsoft.com/office/officeart/2005/8/layout/vList2"/>
    <dgm:cxn modelId="{665EEBE8-3245-43C2-85FA-5CF69E937D9E}" type="presOf" srcId="{B97F48DA-BC6A-4940-AE3A-62F48E9CD91A}" destId="{DB23F2CE-BAAA-4AA6-A012-BA7B27F41AA5}" srcOrd="0" destOrd="0" presId="urn:microsoft.com/office/officeart/2005/8/layout/vList2"/>
    <dgm:cxn modelId="{D9276980-97B9-4164-81C4-A5CA03B88059}" srcId="{B97F48DA-BC6A-4940-AE3A-62F48E9CD91A}" destId="{862D07C8-467D-49F4-9FCD-3DAA0CEA06F7}" srcOrd="4" destOrd="0" parTransId="{4D43E4A3-768F-4EF9-A3F5-65A58135CAA0}" sibTransId="{5297640E-AF91-4661-913F-8138ED9D27FD}"/>
    <dgm:cxn modelId="{835CA7AA-4489-49AF-BBEB-A81CC4606A07}" srcId="{B97F48DA-BC6A-4940-AE3A-62F48E9CD91A}" destId="{D3E4E943-48D7-4B9E-A247-8B819140ADE6}" srcOrd="2" destOrd="0" parTransId="{6C28D151-E930-4AFF-A635-DF4589612BFE}" sibTransId="{2A29769F-A7D7-4537-B7A9-1408A6F0EEBD}"/>
    <dgm:cxn modelId="{5CD69C52-99CB-4378-BA32-1753B9962A9A}" type="presOf" srcId="{862D07C8-467D-49F4-9FCD-3DAA0CEA06F7}" destId="{7A6B9081-CD86-4E5F-8062-97B34E7BC942}" srcOrd="0" destOrd="0" presId="urn:microsoft.com/office/officeart/2005/8/layout/vList2"/>
    <dgm:cxn modelId="{27782E48-B274-4748-95B9-E486C6D5B847}" srcId="{B97F48DA-BC6A-4940-AE3A-62F48E9CD91A}" destId="{DDA2511E-4A85-4405-BD63-E63D56881396}" srcOrd="1" destOrd="0" parTransId="{C8993FE1-8060-4F81-8042-492FE0A6C0D7}" sibTransId="{76AC0748-1FE6-4AE5-B97C-31BCE0004C32}"/>
    <dgm:cxn modelId="{31ECF1A8-F1DD-40D2-A176-6A446FFB6F45}" type="presOf" srcId="{95B21181-86DD-4624-A20D-17CD632A9F90}" destId="{930350BE-0FE3-4F82-8297-B3CB44891665}" srcOrd="0" destOrd="0" presId="urn:microsoft.com/office/officeart/2005/8/layout/vList2"/>
    <dgm:cxn modelId="{4E3C9366-4C6C-4469-B920-18C699661130}" srcId="{B97F48DA-BC6A-4940-AE3A-62F48E9CD91A}" destId="{F687CB77-0CBD-47D6-85C2-14CE3C1773E6}" srcOrd="5" destOrd="0" parTransId="{D6AA68FD-EBF0-494A-8B0B-2E1BF9E2CCB5}" sibTransId="{FAB11574-A931-4B1F-9770-314ACA8FF8B3}"/>
    <dgm:cxn modelId="{78CD5D38-B28A-40F3-AC80-D2720B52A17E}" type="presOf" srcId="{DDA2511E-4A85-4405-BD63-E63D56881396}" destId="{8D2633AC-9B60-4DBB-835A-AA4D51CFBB4B}" srcOrd="0" destOrd="0" presId="urn:microsoft.com/office/officeart/2005/8/layout/vList2"/>
    <dgm:cxn modelId="{7760EC28-8F5A-4EE5-9902-DA30929EC1B4}" type="presOf" srcId="{5D3A540C-AA99-4681-9163-317B3B359743}" destId="{2F9DC7E4-8CBF-4AB6-ACB1-9F7278C417D4}" srcOrd="0" destOrd="0" presId="urn:microsoft.com/office/officeart/2005/8/layout/vList2"/>
    <dgm:cxn modelId="{3678E81B-755B-48D7-9DA5-BF37795FC2C6}" type="presOf" srcId="{F687CB77-0CBD-47D6-85C2-14CE3C1773E6}" destId="{FBF6E626-A1D2-4BE1-9C2A-66D696279E5F}" srcOrd="0" destOrd="0" presId="urn:microsoft.com/office/officeart/2005/8/layout/vList2"/>
    <dgm:cxn modelId="{D4DE8037-17E5-4AB8-B538-7FB7328FF1EE}" type="presParOf" srcId="{DB23F2CE-BAAA-4AA6-A012-BA7B27F41AA5}" destId="{5B573063-E859-408D-B221-3EA2C126494F}" srcOrd="0" destOrd="0" presId="urn:microsoft.com/office/officeart/2005/8/layout/vList2"/>
    <dgm:cxn modelId="{9F309380-A418-4A46-84E0-C370696BE3C4}" type="presParOf" srcId="{DB23F2CE-BAAA-4AA6-A012-BA7B27F41AA5}" destId="{43A9BE4A-3FD5-4F1E-9EB2-99B7D4B25F57}" srcOrd="1" destOrd="0" presId="urn:microsoft.com/office/officeart/2005/8/layout/vList2"/>
    <dgm:cxn modelId="{3EA9F214-CB4E-4D2A-A582-91C6378096EB}" type="presParOf" srcId="{DB23F2CE-BAAA-4AA6-A012-BA7B27F41AA5}" destId="{8D2633AC-9B60-4DBB-835A-AA4D51CFBB4B}" srcOrd="2" destOrd="0" presId="urn:microsoft.com/office/officeart/2005/8/layout/vList2"/>
    <dgm:cxn modelId="{8068D752-E14A-4FC0-9C0C-1B4B59B2A866}" type="presParOf" srcId="{DB23F2CE-BAAA-4AA6-A012-BA7B27F41AA5}" destId="{00E04BC9-BBEC-41FD-AE9A-3194BAC2DB72}" srcOrd="3" destOrd="0" presId="urn:microsoft.com/office/officeart/2005/8/layout/vList2"/>
    <dgm:cxn modelId="{87FC175E-40BC-4EA4-9B7A-FF75E3C1F5B0}" type="presParOf" srcId="{DB23F2CE-BAAA-4AA6-A012-BA7B27F41AA5}" destId="{F9773E30-5E13-4D20-A0DA-29F0BD6AB017}" srcOrd="4" destOrd="0" presId="urn:microsoft.com/office/officeart/2005/8/layout/vList2"/>
    <dgm:cxn modelId="{7705A19F-F1A5-48EC-8E25-DE5CB3D38EA4}" type="presParOf" srcId="{DB23F2CE-BAAA-4AA6-A012-BA7B27F41AA5}" destId="{19D6FED2-6EB3-41C1-9D29-9D79E2A5148D}" srcOrd="5" destOrd="0" presId="urn:microsoft.com/office/officeart/2005/8/layout/vList2"/>
    <dgm:cxn modelId="{283E6415-AA30-4333-8EA1-BF8EFED8AA9B}" type="presParOf" srcId="{DB23F2CE-BAAA-4AA6-A012-BA7B27F41AA5}" destId="{7F1E13A8-C6D5-4D6C-94CA-E90DCA8935DC}" srcOrd="6" destOrd="0" presId="urn:microsoft.com/office/officeart/2005/8/layout/vList2"/>
    <dgm:cxn modelId="{57EA7E15-1EEE-4B5E-8A74-F9523A8ECAF6}" type="presParOf" srcId="{DB23F2CE-BAAA-4AA6-A012-BA7B27F41AA5}" destId="{C57E5973-C72B-4A7B-9C18-8847EFD0424E}" srcOrd="7" destOrd="0" presId="urn:microsoft.com/office/officeart/2005/8/layout/vList2"/>
    <dgm:cxn modelId="{051C4CDA-9FAA-4586-B86C-648CFC70F25F}" type="presParOf" srcId="{DB23F2CE-BAAA-4AA6-A012-BA7B27F41AA5}" destId="{7A6B9081-CD86-4E5F-8062-97B34E7BC942}" srcOrd="8" destOrd="0" presId="urn:microsoft.com/office/officeart/2005/8/layout/vList2"/>
    <dgm:cxn modelId="{AF0F1B50-0605-4EA4-B728-A1624323787D}" type="presParOf" srcId="{DB23F2CE-BAAA-4AA6-A012-BA7B27F41AA5}" destId="{FAC83E09-4A37-44DB-A670-73AF05AA1577}" srcOrd="9" destOrd="0" presId="urn:microsoft.com/office/officeart/2005/8/layout/vList2"/>
    <dgm:cxn modelId="{10934DE8-7937-498A-8D9A-914780212FB7}" type="presParOf" srcId="{DB23F2CE-BAAA-4AA6-A012-BA7B27F41AA5}" destId="{FBF6E626-A1D2-4BE1-9C2A-66D696279E5F}" srcOrd="10" destOrd="0" presId="urn:microsoft.com/office/officeart/2005/8/layout/vList2"/>
    <dgm:cxn modelId="{EA309B2A-1B07-4F65-A41B-45DD1DA016D1}" type="presParOf" srcId="{DB23F2CE-BAAA-4AA6-A012-BA7B27F41AA5}" destId="{A719A0E4-5FE6-480B-8CAE-799B1972AFAB}" srcOrd="11" destOrd="0" presId="urn:microsoft.com/office/officeart/2005/8/layout/vList2"/>
    <dgm:cxn modelId="{1CAD0AFF-66D2-4DA7-ACEB-1C6138763893}" type="presParOf" srcId="{DB23F2CE-BAAA-4AA6-A012-BA7B27F41AA5}" destId="{930350BE-0FE3-4F82-8297-B3CB44891665}" srcOrd="12" destOrd="0" presId="urn:microsoft.com/office/officeart/2005/8/layout/vList2"/>
    <dgm:cxn modelId="{2A64621D-E09F-42AE-86BE-56456B83731D}" type="presParOf" srcId="{DB23F2CE-BAAA-4AA6-A012-BA7B27F41AA5}" destId="{B4F781CB-6A9B-4984-94D2-26A704B2A466}" srcOrd="13" destOrd="0" presId="urn:microsoft.com/office/officeart/2005/8/layout/vList2"/>
    <dgm:cxn modelId="{76779190-2020-493A-86F4-CF8C40A71F07}" type="presParOf" srcId="{DB23F2CE-BAAA-4AA6-A012-BA7B27F41AA5}" destId="{2F9DC7E4-8CBF-4AB6-ACB1-9F7278C417D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0E4C76C-7838-4B9B-BA1D-0D3EF3DA6F4E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944825F1-84D0-4273-8DB9-AC0B3E7FA488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Collections provide flexible ways to store and manage objects.</a:t>
          </a:r>
          <a:endParaRPr lang="en-US">
            <a:latin typeface="Raleway" panose="020B0604020202020204" charset="0"/>
          </a:endParaRPr>
        </a:p>
      </dgm:t>
    </dgm:pt>
    <dgm:pt modelId="{7B3FB4FB-97CE-4933-A5E3-FA7A9F2A03AA}" type="parTrans" cxnId="{513382CE-C179-46E7-9FF4-E1229D33172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49036D2-F7B1-4C8F-9E08-0D08F3826A43}" type="sibTrans" cxnId="{513382CE-C179-46E7-9FF4-E1229D331727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50BA401-94C2-466E-A2F8-4E897EA6A467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Lists, sets, and maps can store, identify, and retrieve records.</a:t>
          </a:r>
          <a:endParaRPr lang="en-US">
            <a:latin typeface="Raleway" panose="020B0604020202020204" charset="0"/>
          </a:endParaRPr>
        </a:p>
      </dgm:t>
    </dgm:pt>
    <dgm:pt modelId="{D82CD5A3-E9BE-44CF-9E1E-9C153D84C437}" type="parTrans" cxnId="{E0A85AC0-4909-4D3B-A542-79C46E5BA24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8913F9B-FBB3-4A33-ADAC-8F0155DCDF57}" type="sibTrans" cxnId="{E0A85AC0-4909-4D3B-A542-79C46E5BA244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8120DF0-9B7D-4B1F-A8C6-818E62A0B9CA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Generics provide type safety when working with collections.</a:t>
          </a:r>
          <a:endParaRPr lang="en-US">
            <a:latin typeface="Raleway" panose="020B0604020202020204" charset="0"/>
          </a:endParaRPr>
        </a:p>
      </dgm:t>
    </dgm:pt>
    <dgm:pt modelId="{829F67BF-41E1-43E1-B5D5-FA80C4039D5E}" type="parTrans" cxnId="{C45E5161-BF12-42F9-B554-DA0B4292350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616883D-BDE6-4E70-909F-43FBAC21A9B2}" type="sibTrans" cxnId="{C45E5161-BF12-42F9-B554-DA0B4292350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68D35A3-CD83-468F-9FD9-BCC88C708898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Iteration allows records to be processed one by one.</a:t>
          </a:r>
          <a:endParaRPr lang="en-US">
            <a:latin typeface="Raleway" panose="020B0604020202020204" charset="0"/>
          </a:endParaRPr>
        </a:p>
      </dgm:t>
    </dgm:pt>
    <dgm:pt modelId="{8A700220-5133-4691-AF03-A84365618107}" type="parTrans" cxnId="{C8B5E63C-6D0B-48D6-9909-F800E44BC5A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F075B008-39B6-4ACB-A1BB-FC3D2C284703}" type="sibTrans" cxnId="{C8B5E63C-6D0B-48D6-9909-F800E44BC5A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C6693BE8-4286-4F36-AE1F-1D1892B71902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Collections can be sorted using built-in library methods.</a:t>
          </a:r>
          <a:endParaRPr lang="en-US">
            <a:latin typeface="Raleway" panose="020B0604020202020204" charset="0"/>
          </a:endParaRPr>
        </a:p>
      </dgm:t>
    </dgm:pt>
    <dgm:pt modelId="{EDB3130F-A730-445A-96BC-D1442B477B29}" type="parTrans" cxnId="{449AA0F9-EE2D-4635-8064-A37B0326466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39767B7-4D46-4A1A-8997-3B41A1C5D065}" type="sibTrans" cxnId="{449AA0F9-EE2D-4635-8064-A37B0326466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7328705-F2FB-4047-A6C9-B096CC99B30F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In the current implementation, a fixed-size array stores flight objects. Collections such as ArrayList, HashSet, and HashMap are related alternatives covered by this module.</a:t>
          </a:r>
          <a:endParaRPr lang="en-US">
            <a:latin typeface="Raleway" panose="020B0604020202020204" charset="0"/>
          </a:endParaRPr>
        </a:p>
      </dgm:t>
    </dgm:pt>
    <dgm:pt modelId="{5E3F1F7E-30DA-4249-A31D-6A3ED954AAE5}" type="parTrans" cxnId="{A6E618D2-8719-4545-A8FA-8B06A327E6E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344A32A-B955-44EA-B274-50BFDD798927}" type="sibTrans" cxnId="{A6E618D2-8719-4545-A8FA-8B06A327E6EB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863F0A0-2BCA-4B87-A16E-82BA289E5001}" type="pres">
      <dgm:prSet presAssocID="{80E4C76C-7838-4B9B-BA1D-0D3EF3DA6F4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53230F3-4ED9-408C-AB90-962BEB4EFE54}" type="pres">
      <dgm:prSet presAssocID="{944825F1-84D0-4273-8DB9-AC0B3E7FA488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889314-736A-46A2-A94F-420B791F1BCE}" type="pres">
      <dgm:prSet presAssocID="{F49036D2-F7B1-4C8F-9E08-0D08F3826A43}" presName="spacer" presStyleCnt="0"/>
      <dgm:spPr/>
    </dgm:pt>
    <dgm:pt modelId="{9B7C2B8E-782C-4546-A3DB-1A53978F9C4E}" type="pres">
      <dgm:prSet presAssocID="{C50BA401-94C2-466E-A2F8-4E897EA6A467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8936F9-A454-45D6-ADD9-BBA48A810AA7}" type="pres">
      <dgm:prSet presAssocID="{18913F9B-FBB3-4A33-ADAC-8F0155DCDF57}" presName="spacer" presStyleCnt="0"/>
      <dgm:spPr/>
    </dgm:pt>
    <dgm:pt modelId="{64BE60C4-6C6F-4E4C-AB94-6A8026C1E19B}" type="pres">
      <dgm:prSet presAssocID="{A8120DF0-9B7D-4B1F-A8C6-818E62A0B9CA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B27AAA-66D5-4020-A475-DCA61A1B2B8B}" type="pres">
      <dgm:prSet presAssocID="{0616883D-BDE6-4E70-909F-43FBAC21A9B2}" presName="spacer" presStyleCnt="0"/>
      <dgm:spPr/>
    </dgm:pt>
    <dgm:pt modelId="{AA034346-0421-4DA1-9878-AFCE2DA0DB3B}" type="pres">
      <dgm:prSet presAssocID="{168D35A3-CD83-468F-9FD9-BCC88C708898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109439-39BC-474D-8E40-A327BB9AC41D}" type="pres">
      <dgm:prSet presAssocID="{F075B008-39B6-4ACB-A1BB-FC3D2C284703}" presName="spacer" presStyleCnt="0"/>
      <dgm:spPr/>
    </dgm:pt>
    <dgm:pt modelId="{19ECFC2E-FBD6-40CB-B18D-F5D9B277F668}" type="pres">
      <dgm:prSet presAssocID="{C6693BE8-4286-4F36-AE1F-1D1892B71902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708F0A-0954-4377-AF6C-F6E61FF08D0D}" type="pres">
      <dgm:prSet presAssocID="{839767B7-4D46-4A1A-8997-3B41A1C5D065}" presName="spacer" presStyleCnt="0"/>
      <dgm:spPr/>
    </dgm:pt>
    <dgm:pt modelId="{1EE981B5-33B7-45B8-883C-ECEB79955820}" type="pres">
      <dgm:prSet presAssocID="{B7328705-F2FB-4047-A6C9-B096CC99B30F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F5A3D6-42DA-4EEC-9379-150A78F570CE}" type="presOf" srcId="{A8120DF0-9B7D-4B1F-A8C6-818E62A0B9CA}" destId="{64BE60C4-6C6F-4E4C-AB94-6A8026C1E19B}" srcOrd="0" destOrd="0" presId="urn:microsoft.com/office/officeart/2005/8/layout/vList2"/>
    <dgm:cxn modelId="{449AA0F9-EE2D-4635-8064-A37B0326466D}" srcId="{80E4C76C-7838-4B9B-BA1D-0D3EF3DA6F4E}" destId="{C6693BE8-4286-4F36-AE1F-1D1892B71902}" srcOrd="4" destOrd="0" parTransId="{EDB3130F-A730-445A-96BC-D1442B477B29}" sibTransId="{839767B7-4D46-4A1A-8997-3B41A1C5D065}"/>
    <dgm:cxn modelId="{6DACBC30-AAC9-44E6-BBB1-7E0F9DB486D3}" type="presOf" srcId="{944825F1-84D0-4273-8DB9-AC0B3E7FA488}" destId="{E53230F3-4ED9-408C-AB90-962BEB4EFE54}" srcOrd="0" destOrd="0" presId="urn:microsoft.com/office/officeart/2005/8/layout/vList2"/>
    <dgm:cxn modelId="{11170392-75A1-4EB9-87A5-786DEB8AC5DF}" type="presOf" srcId="{80E4C76C-7838-4B9B-BA1D-0D3EF3DA6F4E}" destId="{E863F0A0-2BCA-4B87-A16E-82BA289E5001}" srcOrd="0" destOrd="0" presId="urn:microsoft.com/office/officeart/2005/8/layout/vList2"/>
    <dgm:cxn modelId="{E0A85AC0-4909-4D3B-A542-79C46E5BA244}" srcId="{80E4C76C-7838-4B9B-BA1D-0D3EF3DA6F4E}" destId="{C50BA401-94C2-466E-A2F8-4E897EA6A467}" srcOrd="1" destOrd="0" parTransId="{D82CD5A3-E9BE-44CF-9E1E-9C153D84C437}" sibTransId="{18913F9B-FBB3-4A33-ADAC-8F0155DCDF57}"/>
    <dgm:cxn modelId="{A6E618D2-8719-4545-A8FA-8B06A327E6EB}" srcId="{80E4C76C-7838-4B9B-BA1D-0D3EF3DA6F4E}" destId="{B7328705-F2FB-4047-A6C9-B096CC99B30F}" srcOrd="5" destOrd="0" parTransId="{5E3F1F7E-30DA-4249-A31D-6A3ED954AAE5}" sibTransId="{8344A32A-B955-44EA-B274-50BFDD798927}"/>
    <dgm:cxn modelId="{C8B5E63C-6D0B-48D6-9909-F800E44BC5A1}" srcId="{80E4C76C-7838-4B9B-BA1D-0D3EF3DA6F4E}" destId="{168D35A3-CD83-468F-9FD9-BCC88C708898}" srcOrd="3" destOrd="0" parTransId="{8A700220-5133-4691-AF03-A84365618107}" sibTransId="{F075B008-39B6-4ACB-A1BB-FC3D2C284703}"/>
    <dgm:cxn modelId="{513382CE-C179-46E7-9FF4-E1229D331727}" srcId="{80E4C76C-7838-4B9B-BA1D-0D3EF3DA6F4E}" destId="{944825F1-84D0-4273-8DB9-AC0B3E7FA488}" srcOrd="0" destOrd="0" parTransId="{7B3FB4FB-97CE-4933-A5E3-FA7A9F2A03AA}" sibTransId="{F49036D2-F7B1-4C8F-9E08-0D08F3826A43}"/>
    <dgm:cxn modelId="{5F00369D-0F4B-43C7-8659-26C8B626E826}" type="presOf" srcId="{C50BA401-94C2-466E-A2F8-4E897EA6A467}" destId="{9B7C2B8E-782C-4546-A3DB-1A53978F9C4E}" srcOrd="0" destOrd="0" presId="urn:microsoft.com/office/officeart/2005/8/layout/vList2"/>
    <dgm:cxn modelId="{14149058-3F0F-4A4F-8684-CC41AC60AEC1}" type="presOf" srcId="{168D35A3-CD83-468F-9FD9-BCC88C708898}" destId="{AA034346-0421-4DA1-9878-AFCE2DA0DB3B}" srcOrd="0" destOrd="0" presId="urn:microsoft.com/office/officeart/2005/8/layout/vList2"/>
    <dgm:cxn modelId="{C45E5161-BF12-42F9-B554-DA0B4292350D}" srcId="{80E4C76C-7838-4B9B-BA1D-0D3EF3DA6F4E}" destId="{A8120DF0-9B7D-4B1F-A8C6-818E62A0B9CA}" srcOrd="2" destOrd="0" parTransId="{829F67BF-41E1-43E1-B5D5-FA80C4039D5E}" sibTransId="{0616883D-BDE6-4E70-909F-43FBAC21A9B2}"/>
    <dgm:cxn modelId="{12CEA195-7391-47D3-8B90-4B97774EDE79}" type="presOf" srcId="{C6693BE8-4286-4F36-AE1F-1D1892B71902}" destId="{19ECFC2E-FBD6-40CB-B18D-F5D9B277F668}" srcOrd="0" destOrd="0" presId="urn:microsoft.com/office/officeart/2005/8/layout/vList2"/>
    <dgm:cxn modelId="{0A4F15E7-BF35-47E7-B73F-334841AB7044}" type="presOf" srcId="{B7328705-F2FB-4047-A6C9-B096CC99B30F}" destId="{1EE981B5-33B7-45B8-883C-ECEB79955820}" srcOrd="0" destOrd="0" presId="urn:microsoft.com/office/officeart/2005/8/layout/vList2"/>
    <dgm:cxn modelId="{849C1697-F125-4FBE-A6ED-083BA3BCE2FF}" type="presParOf" srcId="{E863F0A0-2BCA-4B87-A16E-82BA289E5001}" destId="{E53230F3-4ED9-408C-AB90-962BEB4EFE54}" srcOrd="0" destOrd="0" presId="urn:microsoft.com/office/officeart/2005/8/layout/vList2"/>
    <dgm:cxn modelId="{7D133754-D965-427F-A7B9-B0FDD896EDEC}" type="presParOf" srcId="{E863F0A0-2BCA-4B87-A16E-82BA289E5001}" destId="{D9889314-736A-46A2-A94F-420B791F1BCE}" srcOrd="1" destOrd="0" presId="urn:microsoft.com/office/officeart/2005/8/layout/vList2"/>
    <dgm:cxn modelId="{AA8B25CC-58D2-466E-87E9-BD638C300B5F}" type="presParOf" srcId="{E863F0A0-2BCA-4B87-A16E-82BA289E5001}" destId="{9B7C2B8E-782C-4546-A3DB-1A53978F9C4E}" srcOrd="2" destOrd="0" presId="urn:microsoft.com/office/officeart/2005/8/layout/vList2"/>
    <dgm:cxn modelId="{DA72FFC7-643C-4129-8B61-16753D411400}" type="presParOf" srcId="{E863F0A0-2BCA-4B87-A16E-82BA289E5001}" destId="{5F8936F9-A454-45D6-ADD9-BBA48A810AA7}" srcOrd="3" destOrd="0" presId="urn:microsoft.com/office/officeart/2005/8/layout/vList2"/>
    <dgm:cxn modelId="{F0D7BF98-A855-4F1D-96A2-699B41FE594A}" type="presParOf" srcId="{E863F0A0-2BCA-4B87-A16E-82BA289E5001}" destId="{64BE60C4-6C6F-4E4C-AB94-6A8026C1E19B}" srcOrd="4" destOrd="0" presId="urn:microsoft.com/office/officeart/2005/8/layout/vList2"/>
    <dgm:cxn modelId="{182CB751-05FD-460F-A820-8D69F7DC05C6}" type="presParOf" srcId="{E863F0A0-2BCA-4B87-A16E-82BA289E5001}" destId="{09B27AAA-66D5-4020-A475-DCA61A1B2B8B}" srcOrd="5" destOrd="0" presId="urn:microsoft.com/office/officeart/2005/8/layout/vList2"/>
    <dgm:cxn modelId="{97C82286-D34D-4FE9-AF27-B9208BF04811}" type="presParOf" srcId="{E863F0A0-2BCA-4B87-A16E-82BA289E5001}" destId="{AA034346-0421-4DA1-9878-AFCE2DA0DB3B}" srcOrd="6" destOrd="0" presId="urn:microsoft.com/office/officeart/2005/8/layout/vList2"/>
    <dgm:cxn modelId="{CA4D87EA-BAD8-4595-A5C0-6A0F73CD5622}" type="presParOf" srcId="{E863F0A0-2BCA-4B87-A16E-82BA289E5001}" destId="{83109439-39BC-474D-8E40-A327BB9AC41D}" srcOrd="7" destOrd="0" presId="urn:microsoft.com/office/officeart/2005/8/layout/vList2"/>
    <dgm:cxn modelId="{807129AF-1575-42D5-97D7-83924CA65633}" type="presParOf" srcId="{E863F0A0-2BCA-4B87-A16E-82BA289E5001}" destId="{19ECFC2E-FBD6-40CB-B18D-F5D9B277F668}" srcOrd="8" destOrd="0" presId="urn:microsoft.com/office/officeart/2005/8/layout/vList2"/>
    <dgm:cxn modelId="{D8378FF4-32B8-47A1-9FFE-B88B14C1FF51}" type="presParOf" srcId="{E863F0A0-2BCA-4B87-A16E-82BA289E5001}" destId="{E9708F0A-0954-4377-AF6C-F6E61FF08D0D}" srcOrd="9" destOrd="0" presId="urn:microsoft.com/office/officeart/2005/8/layout/vList2"/>
    <dgm:cxn modelId="{D5BE0CEE-7695-4A8D-A7E0-6348931DC939}" type="presParOf" srcId="{E863F0A0-2BCA-4B87-A16E-82BA289E5001}" destId="{1EE981B5-33B7-45B8-883C-ECEB7995582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9A0D9E1-F9E4-4A8E-B799-66530B7DC363}" type="doc">
      <dgm:prSet loTypeId="urn:microsoft.com/office/officeart/2005/8/layout/vList2" loCatId="list" qsTypeId="urn:microsoft.com/office/officeart/2005/8/quickstyle/simple2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2A990FDD-6CFC-4240-9601-2BB43F12DB53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A lambda expression provides a short way to define behavior.</a:t>
          </a:r>
          <a:endParaRPr lang="en-US">
            <a:latin typeface="Raleway" panose="020B0604020202020204" charset="0"/>
          </a:endParaRPr>
        </a:p>
      </dgm:t>
    </dgm:pt>
    <dgm:pt modelId="{385703B0-7BF1-4DE4-8A6E-0686CD470A0B}" type="parTrans" cxnId="{CB481FEC-F7DB-4FEA-A47E-A8CD0550EA9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97A1E54-63DB-4C5D-8F5D-CCF9ECCDF485}" type="sibTrans" cxnId="{CB481FEC-F7DB-4FEA-A47E-A8CD0550EA9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DAE066FC-4F5B-4BC8-9A63-002345264C9C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A stream processes a sequence of flight records.</a:t>
          </a:r>
          <a:endParaRPr lang="en-US">
            <a:latin typeface="Raleway" panose="020B0604020202020204" charset="0"/>
          </a:endParaRPr>
        </a:p>
      </dgm:t>
    </dgm:pt>
    <dgm:pt modelId="{7CA841F2-0E64-451A-96D2-8BEBB4DC2D2B}" type="parTrans" cxnId="{17309969-3FCD-494D-8E12-7C12AEED99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4195B3C-E325-4D53-81B1-3EEDA0307159}" type="sibTrans" cxnId="{17309969-3FCD-494D-8E12-7C12AEED996F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0718D2CE-4060-4A65-B907-F7A5AEC0D293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filter() selects flights that meet a condition.</a:t>
          </a:r>
          <a:endParaRPr lang="en-US">
            <a:latin typeface="Raleway" panose="020B0604020202020204" charset="0"/>
          </a:endParaRPr>
        </a:p>
      </dgm:t>
    </dgm:pt>
    <dgm:pt modelId="{901526DF-D3E5-4F25-9406-5B369C04B1C1}" type="parTrans" cxnId="{2F550EE2-003E-4455-B5EA-A43D315AF58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1D743F33-64BB-4E6C-9425-98B011E26E7A}" type="sibTrans" cxnId="{2F550EE2-003E-4455-B5EA-A43D315AF583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EB262A18-A541-478D-A971-2EC23694115C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count() calculates the number of matching records.</a:t>
          </a:r>
          <a:endParaRPr lang="en-US" dirty="0">
            <a:latin typeface="Raleway" panose="020B0604020202020204" charset="0"/>
          </a:endParaRPr>
        </a:p>
      </dgm:t>
    </dgm:pt>
    <dgm:pt modelId="{123F4223-B26B-421F-9FD9-D9E7A57548EF}" type="parTrans" cxnId="{70C5F7B1-8E0D-4A8F-9158-BB7E227CA16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A77484F1-7D27-45CA-B91A-666A01E2EBAA}" type="sibTrans" cxnId="{70C5F7B1-8E0D-4A8F-9158-BB7E227CA16E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4EC8C6E6-588D-42D1-81EA-CDEECE7A2F66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forEach() can perform an operation on each record.</a:t>
          </a:r>
          <a:endParaRPr lang="en-US">
            <a:latin typeface="Raleway" panose="020B0604020202020204" charset="0"/>
          </a:endParaRPr>
        </a:p>
      </dgm:t>
    </dgm:pt>
    <dgm:pt modelId="{CEB19B8C-DDC2-47BB-926E-348C1B38DEE8}" type="parTrans" cxnId="{D1984983-74BE-44F9-9E29-0D0C85A88FB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946C04CE-0065-4221-9AB7-6DD43FBEEE0C}" type="sibTrans" cxnId="{D1984983-74BE-44F9-9E29-0D0C85A88FB1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3249445B-EC30-416F-87D5-0250A4F2036B}">
      <dgm:prSet/>
      <dgm:spPr/>
      <dgm:t>
        <a:bodyPr/>
        <a:lstStyle/>
        <a:p>
          <a:pPr rtl="0"/>
          <a:r>
            <a:rPr lang="en-US" b="0" i="0" baseline="0" smtClean="0">
              <a:latin typeface="Raleway" panose="020B0604020202020204" charset="0"/>
            </a:rPr>
            <a:t>Collectors can group or summarize records for reports.</a:t>
          </a:r>
          <a:endParaRPr lang="en-US">
            <a:latin typeface="Raleway" panose="020B0604020202020204" charset="0"/>
          </a:endParaRPr>
        </a:p>
      </dgm:t>
    </dgm:pt>
    <dgm:pt modelId="{D024504F-B073-4644-A3E7-C210DF3CD611}" type="parTrans" cxnId="{4E2C9777-553D-449A-B8D4-2BBD4F8A3D6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79A1A13-C346-4416-92E4-FE1096280086}" type="sibTrans" cxnId="{4E2C9777-553D-449A-B8D4-2BBD4F8A3D65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84B40F30-55D7-4062-BFFA-2C4CA67C0291}">
      <dgm:prSet/>
      <dgm:spPr/>
      <dgm:t>
        <a:bodyPr/>
        <a:lstStyle/>
        <a:p>
          <a:pPr rtl="0"/>
          <a:r>
            <a:rPr lang="en-US" b="0" i="0" baseline="0" dirty="0" smtClean="0">
              <a:latin typeface="Raleway" panose="020B0604020202020204" charset="0"/>
            </a:rPr>
            <a:t>Example: The flight report filters delayed flights and displays the total number of flights and delayed flights.</a:t>
          </a:r>
          <a:endParaRPr lang="en-US" dirty="0">
            <a:latin typeface="Raleway" panose="020B0604020202020204" charset="0"/>
          </a:endParaRPr>
        </a:p>
      </dgm:t>
    </dgm:pt>
    <dgm:pt modelId="{8610FF02-3E8F-4136-A0EC-62F13B9C6B1A}" type="parTrans" cxnId="{0FCE849E-8A27-4604-9B41-AF307A58433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FB261D6-267F-4C18-8713-E320A6C7F9D6}" type="sibTrans" cxnId="{0FCE849E-8A27-4604-9B41-AF307A58433D}">
      <dgm:prSet/>
      <dgm:spPr/>
      <dgm:t>
        <a:bodyPr/>
        <a:lstStyle/>
        <a:p>
          <a:endParaRPr lang="en-US">
            <a:latin typeface="Raleway" panose="020B0604020202020204" charset="0"/>
          </a:endParaRPr>
        </a:p>
      </dgm:t>
    </dgm:pt>
    <dgm:pt modelId="{B622C06C-D679-4D40-AA8D-5DE60B2357B3}" type="pres">
      <dgm:prSet presAssocID="{09A0D9E1-F9E4-4A8E-B799-66530B7DC3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4F4AC4-69D2-4812-8B9C-2A791A683A7B}" type="pres">
      <dgm:prSet presAssocID="{2A990FDD-6CFC-4240-9601-2BB43F12DB53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646BA4-22E2-438F-AF2D-BEF28E29FC42}" type="pres">
      <dgm:prSet presAssocID="{B97A1E54-63DB-4C5D-8F5D-CCF9ECCDF485}" presName="spacer" presStyleCnt="0"/>
      <dgm:spPr/>
    </dgm:pt>
    <dgm:pt modelId="{323ADE2C-5537-4089-802E-CA92B45A8F51}" type="pres">
      <dgm:prSet presAssocID="{DAE066FC-4F5B-4BC8-9A63-002345264C9C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7CB61F-8951-4B06-9898-8B65BABC8F50}" type="pres">
      <dgm:prSet presAssocID="{E4195B3C-E325-4D53-81B1-3EEDA0307159}" presName="spacer" presStyleCnt="0"/>
      <dgm:spPr/>
    </dgm:pt>
    <dgm:pt modelId="{1636D57D-4DC0-4C79-9E20-7818733D0FDF}" type="pres">
      <dgm:prSet presAssocID="{0718D2CE-4060-4A65-B907-F7A5AEC0D293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52301C-3FD3-4221-ADD4-7DE242C899F7}" type="pres">
      <dgm:prSet presAssocID="{1D743F33-64BB-4E6C-9425-98B011E26E7A}" presName="spacer" presStyleCnt="0"/>
      <dgm:spPr/>
    </dgm:pt>
    <dgm:pt modelId="{84C45CCB-B249-40BE-B0A5-ECA1C2D26B9E}" type="pres">
      <dgm:prSet presAssocID="{EB262A18-A541-478D-A971-2EC23694115C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4285F9-0C33-4322-B0E4-778DA053F7CE}" type="pres">
      <dgm:prSet presAssocID="{A77484F1-7D27-45CA-B91A-666A01E2EBAA}" presName="spacer" presStyleCnt="0"/>
      <dgm:spPr/>
    </dgm:pt>
    <dgm:pt modelId="{0A0C241A-2EE8-4A4F-9B6D-2E2058618A5B}" type="pres">
      <dgm:prSet presAssocID="{4EC8C6E6-588D-42D1-81EA-CDEECE7A2F66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FDFF15-0DFA-4101-9481-9BDB39ABB00A}" type="pres">
      <dgm:prSet presAssocID="{946C04CE-0065-4221-9AB7-6DD43FBEEE0C}" presName="spacer" presStyleCnt="0"/>
      <dgm:spPr/>
    </dgm:pt>
    <dgm:pt modelId="{83C13C9A-208D-40DC-908B-F7FDB86A96C0}" type="pres">
      <dgm:prSet presAssocID="{3249445B-EC30-416F-87D5-0250A4F2036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DB1E58-EF60-488F-B1EE-2E597647057F}" type="pres">
      <dgm:prSet presAssocID="{879A1A13-C346-4416-92E4-FE1096280086}" presName="spacer" presStyleCnt="0"/>
      <dgm:spPr/>
    </dgm:pt>
    <dgm:pt modelId="{ED12257D-4902-4489-8ECC-950362F296EC}" type="pres">
      <dgm:prSet presAssocID="{84B40F30-55D7-4062-BFFA-2C4CA67C0291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C5F7B1-8E0D-4A8F-9158-BB7E227CA16E}" srcId="{09A0D9E1-F9E4-4A8E-B799-66530B7DC363}" destId="{EB262A18-A541-478D-A971-2EC23694115C}" srcOrd="3" destOrd="0" parTransId="{123F4223-B26B-421F-9FD9-D9E7A57548EF}" sibTransId="{A77484F1-7D27-45CA-B91A-666A01E2EBAA}"/>
    <dgm:cxn modelId="{457B910E-180D-40D2-B84E-F116F8FEC429}" type="presOf" srcId="{4EC8C6E6-588D-42D1-81EA-CDEECE7A2F66}" destId="{0A0C241A-2EE8-4A4F-9B6D-2E2058618A5B}" srcOrd="0" destOrd="0" presId="urn:microsoft.com/office/officeart/2005/8/layout/vList2"/>
    <dgm:cxn modelId="{ABE35626-6E6C-4E55-8D48-03157F49A819}" type="presOf" srcId="{DAE066FC-4F5B-4BC8-9A63-002345264C9C}" destId="{323ADE2C-5537-4089-802E-CA92B45A8F51}" srcOrd="0" destOrd="0" presId="urn:microsoft.com/office/officeart/2005/8/layout/vList2"/>
    <dgm:cxn modelId="{2322559A-5831-463A-A047-5CD775ECE819}" type="presOf" srcId="{3249445B-EC30-416F-87D5-0250A4F2036B}" destId="{83C13C9A-208D-40DC-908B-F7FDB86A96C0}" srcOrd="0" destOrd="0" presId="urn:microsoft.com/office/officeart/2005/8/layout/vList2"/>
    <dgm:cxn modelId="{F74DB0E2-AC19-467D-AE82-858E4C307DED}" type="presOf" srcId="{EB262A18-A541-478D-A971-2EC23694115C}" destId="{84C45CCB-B249-40BE-B0A5-ECA1C2D26B9E}" srcOrd="0" destOrd="0" presId="urn:microsoft.com/office/officeart/2005/8/layout/vList2"/>
    <dgm:cxn modelId="{4E2C9777-553D-449A-B8D4-2BBD4F8A3D65}" srcId="{09A0D9E1-F9E4-4A8E-B799-66530B7DC363}" destId="{3249445B-EC30-416F-87D5-0250A4F2036B}" srcOrd="5" destOrd="0" parTransId="{D024504F-B073-4644-A3E7-C210DF3CD611}" sibTransId="{879A1A13-C346-4416-92E4-FE1096280086}"/>
    <dgm:cxn modelId="{1C0FCAC7-3CB3-467A-B873-5B95586F6BBA}" type="presOf" srcId="{09A0D9E1-F9E4-4A8E-B799-66530B7DC363}" destId="{B622C06C-D679-4D40-AA8D-5DE60B2357B3}" srcOrd="0" destOrd="0" presId="urn:microsoft.com/office/officeart/2005/8/layout/vList2"/>
    <dgm:cxn modelId="{17309969-3FCD-494D-8E12-7C12AEED996F}" srcId="{09A0D9E1-F9E4-4A8E-B799-66530B7DC363}" destId="{DAE066FC-4F5B-4BC8-9A63-002345264C9C}" srcOrd="1" destOrd="0" parTransId="{7CA841F2-0E64-451A-96D2-8BEBB4DC2D2B}" sibTransId="{E4195B3C-E325-4D53-81B1-3EEDA0307159}"/>
    <dgm:cxn modelId="{382C060A-1DF6-4210-A6DF-295DA3102E25}" type="presOf" srcId="{0718D2CE-4060-4A65-B907-F7A5AEC0D293}" destId="{1636D57D-4DC0-4C79-9E20-7818733D0FDF}" srcOrd="0" destOrd="0" presId="urn:microsoft.com/office/officeart/2005/8/layout/vList2"/>
    <dgm:cxn modelId="{2F550EE2-003E-4455-B5EA-A43D315AF583}" srcId="{09A0D9E1-F9E4-4A8E-B799-66530B7DC363}" destId="{0718D2CE-4060-4A65-B907-F7A5AEC0D293}" srcOrd="2" destOrd="0" parTransId="{901526DF-D3E5-4F25-9406-5B369C04B1C1}" sibTransId="{1D743F33-64BB-4E6C-9425-98B011E26E7A}"/>
    <dgm:cxn modelId="{0B1ECD43-331D-4E1D-8DA0-0141CE9BE37D}" type="presOf" srcId="{84B40F30-55D7-4062-BFFA-2C4CA67C0291}" destId="{ED12257D-4902-4489-8ECC-950362F296EC}" srcOrd="0" destOrd="0" presId="urn:microsoft.com/office/officeart/2005/8/layout/vList2"/>
    <dgm:cxn modelId="{3EC0C825-CBA0-413D-AEEB-22410B099D39}" type="presOf" srcId="{2A990FDD-6CFC-4240-9601-2BB43F12DB53}" destId="{1B4F4AC4-69D2-4812-8B9C-2A791A683A7B}" srcOrd="0" destOrd="0" presId="urn:microsoft.com/office/officeart/2005/8/layout/vList2"/>
    <dgm:cxn modelId="{D1984983-74BE-44F9-9E29-0D0C85A88FB1}" srcId="{09A0D9E1-F9E4-4A8E-B799-66530B7DC363}" destId="{4EC8C6E6-588D-42D1-81EA-CDEECE7A2F66}" srcOrd="4" destOrd="0" parTransId="{CEB19B8C-DDC2-47BB-926E-348C1B38DEE8}" sibTransId="{946C04CE-0065-4221-9AB7-6DD43FBEEE0C}"/>
    <dgm:cxn modelId="{0FCE849E-8A27-4604-9B41-AF307A58433D}" srcId="{09A0D9E1-F9E4-4A8E-B799-66530B7DC363}" destId="{84B40F30-55D7-4062-BFFA-2C4CA67C0291}" srcOrd="6" destOrd="0" parTransId="{8610FF02-3E8F-4136-A0EC-62F13B9C6B1A}" sibTransId="{BFB261D6-267F-4C18-8713-E320A6C7F9D6}"/>
    <dgm:cxn modelId="{CB481FEC-F7DB-4FEA-A47E-A8CD0550EA91}" srcId="{09A0D9E1-F9E4-4A8E-B799-66530B7DC363}" destId="{2A990FDD-6CFC-4240-9601-2BB43F12DB53}" srcOrd="0" destOrd="0" parTransId="{385703B0-7BF1-4DE4-8A6E-0686CD470A0B}" sibTransId="{B97A1E54-63DB-4C5D-8F5D-CCF9ECCDF485}"/>
    <dgm:cxn modelId="{E2462F7A-0052-44E6-871E-1FBC076E7041}" type="presParOf" srcId="{B622C06C-D679-4D40-AA8D-5DE60B2357B3}" destId="{1B4F4AC4-69D2-4812-8B9C-2A791A683A7B}" srcOrd="0" destOrd="0" presId="urn:microsoft.com/office/officeart/2005/8/layout/vList2"/>
    <dgm:cxn modelId="{A5CE74BB-263D-4FBE-AAAA-77AF837897DC}" type="presParOf" srcId="{B622C06C-D679-4D40-AA8D-5DE60B2357B3}" destId="{8E646BA4-22E2-438F-AF2D-BEF28E29FC42}" srcOrd="1" destOrd="0" presId="urn:microsoft.com/office/officeart/2005/8/layout/vList2"/>
    <dgm:cxn modelId="{85B329B6-8C45-47F3-AC19-57B5EBA7706D}" type="presParOf" srcId="{B622C06C-D679-4D40-AA8D-5DE60B2357B3}" destId="{323ADE2C-5537-4089-802E-CA92B45A8F51}" srcOrd="2" destOrd="0" presId="urn:microsoft.com/office/officeart/2005/8/layout/vList2"/>
    <dgm:cxn modelId="{FB0ABF75-1021-4A60-BADE-CBBFAF655976}" type="presParOf" srcId="{B622C06C-D679-4D40-AA8D-5DE60B2357B3}" destId="{DB7CB61F-8951-4B06-9898-8B65BABC8F50}" srcOrd="3" destOrd="0" presId="urn:microsoft.com/office/officeart/2005/8/layout/vList2"/>
    <dgm:cxn modelId="{92FD682F-0AE2-412E-A09A-1F5A946E0BBD}" type="presParOf" srcId="{B622C06C-D679-4D40-AA8D-5DE60B2357B3}" destId="{1636D57D-4DC0-4C79-9E20-7818733D0FDF}" srcOrd="4" destOrd="0" presId="urn:microsoft.com/office/officeart/2005/8/layout/vList2"/>
    <dgm:cxn modelId="{7740EC4C-2E4B-4A9C-8370-221E184D0DE1}" type="presParOf" srcId="{B622C06C-D679-4D40-AA8D-5DE60B2357B3}" destId="{4B52301C-3FD3-4221-ADD4-7DE242C899F7}" srcOrd="5" destOrd="0" presId="urn:microsoft.com/office/officeart/2005/8/layout/vList2"/>
    <dgm:cxn modelId="{8466B992-B2A7-4419-9DED-F3A99CB90013}" type="presParOf" srcId="{B622C06C-D679-4D40-AA8D-5DE60B2357B3}" destId="{84C45CCB-B249-40BE-B0A5-ECA1C2D26B9E}" srcOrd="6" destOrd="0" presId="urn:microsoft.com/office/officeart/2005/8/layout/vList2"/>
    <dgm:cxn modelId="{E4E3FC64-3DD6-466A-A541-5F515A830752}" type="presParOf" srcId="{B622C06C-D679-4D40-AA8D-5DE60B2357B3}" destId="{FF4285F9-0C33-4322-B0E4-778DA053F7CE}" srcOrd="7" destOrd="0" presId="urn:microsoft.com/office/officeart/2005/8/layout/vList2"/>
    <dgm:cxn modelId="{B5DA6047-E7C0-4CBD-8182-F631FAE1B484}" type="presParOf" srcId="{B622C06C-D679-4D40-AA8D-5DE60B2357B3}" destId="{0A0C241A-2EE8-4A4F-9B6D-2E2058618A5B}" srcOrd="8" destOrd="0" presId="urn:microsoft.com/office/officeart/2005/8/layout/vList2"/>
    <dgm:cxn modelId="{7862168F-095F-42C2-92F7-2076CFD32F2D}" type="presParOf" srcId="{B622C06C-D679-4D40-AA8D-5DE60B2357B3}" destId="{15FDFF15-0DFA-4101-9481-9BDB39ABB00A}" srcOrd="9" destOrd="0" presId="urn:microsoft.com/office/officeart/2005/8/layout/vList2"/>
    <dgm:cxn modelId="{C95A942C-10F1-4CB9-8E9E-AE487321CA29}" type="presParOf" srcId="{B622C06C-D679-4D40-AA8D-5DE60B2357B3}" destId="{83C13C9A-208D-40DC-908B-F7FDB86A96C0}" srcOrd="10" destOrd="0" presId="urn:microsoft.com/office/officeart/2005/8/layout/vList2"/>
    <dgm:cxn modelId="{EBB0F97D-9918-4F4F-83C5-BFDA8B1C3DFC}" type="presParOf" srcId="{B622C06C-D679-4D40-AA8D-5DE60B2357B3}" destId="{5ADB1E58-EF60-488F-B1EE-2E597647057F}" srcOrd="11" destOrd="0" presId="urn:microsoft.com/office/officeart/2005/8/layout/vList2"/>
    <dgm:cxn modelId="{992BE8C1-4481-4CFD-9F09-3C7536C89D5A}" type="presParOf" srcId="{B622C06C-D679-4D40-AA8D-5DE60B2357B3}" destId="{ED12257D-4902-4489-8ECC-950362F296E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70133-214E-4B86-8109-D29582F698F1}">
      <dsp:nvSpPr>
        <dsp:cNvPr id="0" name=""/>
        <dsp:cNvSpPr/>
      </dsp:nvSpPr>
      <dsp:spPr>
        <a:xfrm>
          <a:off x="0" y="11335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Problem-solving: </a:t>
          </a:r>
          <a:r>
            <a:rPr lang="en-US" sz="2300" b="0" i="0" kern="1200" baseline="0" dirty="0" smtClean="0">
              <a:latin typeface="Raleway" panose="020B0604020202020204" charset="0"/>
            </a:rPr>
            <a:t>Divide flight management into smaller tasks.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156706"/>
        <a:ext cx="7076100" cy="801330"/>
      </dsp:txXfrm>
    </dsp:sp>
    <dsp:sp modelId="{8772EDCD-F039-4395-939B-441EFD8ADAA1}">
      <dsp:nvSpPr>
        <dsp:cNvPr id="0" name=""/>
        <dsp:cNvSpPr/>
      </dsp:nvSpPr>
      <dsp:spPr>
        <a:xfrm>
          <a:off x="0" y="106762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Algorithm: </a:t>
          </a:r>
          <a:r>
            <a:rPr lang="en-US" sz="2300" b="0" i="0" kern="1200" baseline="0" dirty="0" smtClean="0">
              <a:latin typeface="Raleway" panose="020B0604020202020204" charset="0"/>
            </a:rPr>
            <a:t>Define the steps for adding, searching, and updating flights.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1110976"/>
        <a:ext cx="7076100" cy="801330"/>
      </dsp:txXfrm>
    </dsp:sp>
    <dsp:sp modelId="{551A5AB7-0633-4CFB-8227-C86CE86D72E7}">
      <dsp:nvSpPr>
        <dsp:cNvPr id="0" name=""/>
        <dsp:cNvSpPr/>
      </dsp:nvSpPr>
      <dsp:spPr>
        <a:xfrm>
          <a:off x="0" y="202189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Java structure: </a:t>
          </a:r>
          <a:r>
            <a:rPr lang="en-US" sz="2300" b="0" i="0" kern="1200" baseline="0" dirty="0" smtClean="0">
              <a:latin typeface="Raleway" panose="020B0604020202020204" charset="0"/>
            </a:rPr>
            <a:t>Use a class and the main() method as the program's entry point.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2065246"/>
        <a:ext cx="7076100" cy="801330"/>
      </dsp:txXfrm>
    </dsp:sp>
    <dsp:sp modelId="{FA6DF26B-CBEC-40F7-AA70-9DA447EC9B2F}">
      <dsp:nvSpPr>
        <dsp:cNvPr id="0" name=""/>
        <dsp:cNvSpPr/>
      </dsp:nvSpPr>
      <dsp:spPr>
        <a:xfrm>
          <a:off x="0" y="297616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Variables and data types: </a:t>
          </a:r>
          <a:r>
            <a:rPr lang="en-US" sz="2300" b="0" i="0" kern="1200" baseline="0" dirty="0" smtClean="0">
              <a:latin typeface="Raleway" panose="020B0604020202020204" charset="0"/>
            </a:rPr>
            <a:t>Store flight details using String, and menu choices using int.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3019516"/>
        <a:ext cx="7076100" cy="801330"/>
      </dsp:txXfrm>
    </dsp:sp>
    <dsp:sp modelId="{87A2D5CD-37C8-4ED2-B355-CC1F4847ED81}">
      <dsp:nvSpPr>
        <dsp:cNvPr id="0" name=""/>
        <dsp:cNvSpPr/>
      </dsp:nvSpPr>
      <dsp:spPr>
        <a:xfrm>
          <a:off x="0" y="393043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Operators: </a:t>
          </a:r>
          <a:r>
            <a:rPr lang="en-US" sz="2300" b="0" i="0" kern="1200" baseline="0" dirty="0" smtClean="0">
              <a:latin typeface="Raleway" panose="020B0604020202020204" charset="0"/>
            </a:rPr>
            <a:t>Use assignment, comparison, and logical operators.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3973786"/>
        <a:ext cx="7076100" cy="801330"/>
      </dsp:txXfrm>
    </dsp:sp>
    <dsp:sp modelId="{AFF27712-B110-4735-B5E1-EC5D1631A28A}">
      <dsp:nvSpPr>
        <dsp:cNvPr id="0" name=""/>
        <dsp:cNvSpPr/>
      </dsp:nvSpPr>
      <dsp:spPr>
        <a:xfrm>
          <a:off x="0" y="488470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Console I/O: </a:t>
          </a:r>
          <a:r>
            <a:rPr lang="en-US" sz="2300" b="0" i="0" kern="1200" baseline="0" dirty="0" smtClean="0">
              <a:latin typeface="Raleway" panose="020B0604020202020204" charset="0"/>
            </a:rPr>
            <a:t>Use Scanner to read user input and </a:t>
          </a:r>
          <a:r>
            <a:rPr lang="en-US" sz="2300" b="0" i="0" kern="1200" baseline="0" dirty="0" err="1" smtClean="0">
              <a:latin typeface="Raleway" panose="020B0604020202020204" charset="0"/>
            </a:rPr>
            <a:t>System.out.println</a:t>
          </a:r>
          <a:r>
            <a:rPr lang="en-US" sz="2300" b="0" i="0" kern="1200" baseline="0" dirty="0" smtClean="0">
              <a:latin typeface="Raleway" panose="020B0604020202020204" charset="0"/>
            </a:rPr>
            <a:t>() to display results.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4928056"/>
        <a:ext cx="7076100" cy="801330"/>
      </dsp:txXfrm>
    </dsp:sp>
    <dsp:sp modelId="{AB854419-CB6D-4C51-979C-E4E0F01D91D1}">
      <dsp:nvSpPr>
        <dsp:cNvPr id="0" name=""/>
        <dsp:cNvSpPr/>
      </dsp:nvSpPr>
      <dsp:spPr>
        <a:xfrm>
          <a:off x="0" y="5838976"/>
          <a:ext cx="7162800" cy="8880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 baseline="0" dirty="0" smtClean="0">
              <a:latin typeface="Raleway" panose="020B0604020202020204" charset="0"/>
            </a:rPr>
            <a:t>Example: </a:t>
          </a:r>
          <a:r>
            <a:rPr lang="en-US" sz="2300" b="0" i="0" kern="1200" baseline="0" dirty="0" smtClean="0">
              <a:latin typeface="Raleway" panose="020B0604020202020204" charset="0"/>
            </a:rPr>
            <a:t>The program reads a menu choice and performs the corresponding operation.</a:t>
          </a:r>
          <a:endParaRPr lang="en-US" sz="2300" kern="1200" dirty="0">
            <a:latin typeface="Raleway" panose="020B0604020202020204" charset="0"/>
          </a:endParaRPr>
        </a:p>
      </dsp:txBody>
      <dsp:txXfrm>
        <a:off x="43350" y="5882326"/>
        <a:ext cx="7076100" cy="8013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87E00-53C4-4E73-9B38-F59DECFB98D7}">
      <dsp:nvSpPr>
        <dsp:cNvPr id="0" name=""/>
        <dsp:cNvSpPr/>
      </dsp:nvSpPr>
      <dsp:spPr>
        <a:xfrm>
          <a:off x="0" y="140786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if and if-else: </a:t>
          </a:r>
          <a:r>
            <a:rPr lang="en-US" sz="2100" b="0" i="0" kern="1200" baseline="0" dirty="0" smtClean="0">
              <a:latin typeface="Raleway" panose="020B0604020202020204" charset="0"/>
            </a:rPr>
            <a:t>Validate inputs and check whether a flight exists.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180366"/>
        <a:ext cx="7540840" cy="731649"/>
      </dsp:txXfrm>
    </dsp:sp>
    <dsp:sp modelId="{C53DD717-4E74-4187-A4FF-CD8F0E0A4221}">
      <dsp:nvSpPr>
        <dsp:cNvPr id="0" name=""/>
        <dsp:cNvSpPr/>
      </dsp:nvSpPr>
      <dsp:spPr>
        <a:xfrm>
          <a:off x="0" y="1012076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Nested conditions</a:t>
          </a:r>
          <a:r>
            <a:rPr lang="en-US" sz="2100" b="0" i="0" kern="1200" baseline="0" dirty="0" smtClean="0">
              <a:latin typeface="Raleway" panose="020B0604020202020204" charset="0"/>
            </a:rPr>
            <a:t>: Check multiple conditions when required.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1051656"/>
        <a:ext cx="7540840" cy="731649"/>
      </dsp:txXfrm>
    </dsp:sp>
    <dsp:sp modelId="{401D9320-5897-46AB-BCC7-1ABB7BE4949D}">
      <dsp:nvSpPr>
        <dsp:cNvPr id="0" name=""/>
        <dsp:cNvSpPr/>
      </dsp:nvSpPr>
      <dsp:spPr>
        <a:xfrm>
          <a:off x="0" y="1883366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switch: </a:t>
          </a:r>
          <a:r>
            <a:rPr lang="en-US" sz="2100" b="0" i="0" kern="1200" baseline="0" dirty="0" smtClean="0">
              <a:latin typeface="Raleway" panose="020B0604020202020204" charset="0"/>
            </a:rPr>
            <a:t>Select an operation from the menu.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1922946"/>
        <a:ext cx="7540840" cy="731649"/>
      </dsp:txXfrm>
    </dsp:sp>
    <dsp:sp modelId="{882027DA-65E1-484C-B5C6-DD8720837769}">
      <dsp:nvSpPr>
        <dsp:cNvPr id="0" name=""/>
        <dsp:cNvSpPr/>
      </dsp:nvSpPr>
      <dsp:spPr>
        <a:xfrm>
          <a:off x="0" y="2754656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default and break: </a:t>
          </a:r>
          <a:r>
            <a:rPr lang="en-US" sz="2100" b="0" i="0" kern="1200" baseline="0" dirty="0" smtClean="0">
              <a:latin typeface="Raleway" panose="020B0604020202020204" charset="0"/>
            </a:rPr>
            <a:t>Handle invalid choices and stop a selected case.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2794236"/>
        <a:ext cx="7540840" cy="731649"/>
      </dsp:txXfrm>
    </dsp:sp>
    <dsp:sp modelId="{50434E26-C3CA-4250-82B2-BB53260CAE1D}">
      <dsp:nvSpPr>
        <dsp:cNvPr id="0" name=""/>
        <dsp:cNvSpPr/>
      </dsp:nvSpPr>
      <dsp:spPr>
        <a:xfrm>
          <a:off x="0" y="3625947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for loop: </a:t>
          </a:r>
          <a:r>
            <a:rPr lang="en-US" sz="2100" b="0" i="0" kern="1200" baseline="0" dirty="0" smtClean="0">
              <a:latin typeface="Raleway" panose="020B0604020202020204" charset="0"/>
            </a:rPr>
            <a:t>Traverse flight records.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3665527"/>
        <a:ext cx="7540840" cy="731649"/>
      </dsp:txXfrm>
    </dsp:sp>
    <dsp:sp modelId="{D334C88D-56AE-4A6F-BC28-C45EA1358764}">
      <dsp:nvSpPr>
        <dsp:cNvPr id="0" name=""/>
        <dsp:cNvSpPr/>
      </dsp:nvSpPr>
      <dsp:spPr>
        <a:xfrm>
          <a:off x="0" y="4497237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do-while loop</a:t>
          </a:r>
          <a:r>
            <a:rPr lang="en-US" sz="2100" b="0" i="0" kern="1200" baseline="0" dirty="0" smtClean="0">
              <a:latin typeface="Raleway" panose="020B0604020202020204" charset="0"/>
            </a:rPr>
            <a:t>: Repeat the menu until the user exits.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4536817"/>
        <a:ext cx="7540840" cy="731649"/>
      </dsp:txXfrm>
    </dsp:sp>
    <dsp:sp modelId="{2152FBCA-3D5B-47E0-9AC7-F40426CA89F0}">
      <dsp:nvSpPr>
        <dsp:cNvPr id="0" name=""/>
        <dsp:cNvSpPr/>
      </dsp:nvSpPr>
      <dsp:spPr>
        <a:xfrm>
          <a:off x="0" y="5368526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i="0" kern="1200" baseline="0" dirty="0" smtClean="0">
              <a:latin typeface="Raleway" panose="020B0604020202020204" charset="0"/>
            </a:rPr>
            <a:t>while loop and continue: </a:t>
          </a:r>
          <a:r>
            <a:rPr lang="en-US" sz="2100" b="0" i="0" kern="1200" baseline="0" dirty="0" smtClean="0">
              <a:latin typeface="Raleway" panose="020B0604020202020204" charset="0"/>
            </a:rPr>
            <a:t>Useful for repeated processing and skipping unsuitable records.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5408106"/>
        <a:ext cx="7540840" cy="731649"/>
      </dsp:txXfrm>
    </dsp:sp>
    <dsp:sp modelId="{EABAF2A0-2EEC-4512-84B2-01A2DAC4C718}">
      <dsp:nvSpPr>
        <dsp:cNvPr id="0" name=""/>
        <dsp:cNvSpPr/>
      </dsp:nvSpPr>
      <dsp:spPr>
        <a:xfrm>
          <a:off x="0" y="6239817"/>
          <a:ext cx="7620000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dirty="0" smtClean="0">
              <a:latin typeface="Raleway" panose="020B0604020202020204" charset="0"/>
            </a:rPr>
            <a:t>These control-flow statements guide the program's decisions and repetition.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6279397"/>
        <a:ext cx="7540840" cy="7316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DED0A-6AA4-440C-8F83-3E3F81F5604B}">
      <dsp:nvSpPr>
        <dsp:cNvPr id="0" name=""/>
        <dsp:cNvSpPr/>
      </dsp:nvSpPr>
      <dsp:spPr>
        <a:xfrm>
          <a:off x="0" y="5027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Methods divide the program into smaller, manageable tasks.</a:t>
          </a:r>
          <a:endParaRPr lang="en-US" sz="2100" kern="1200">
            <a:latin typeface="Raleway" panose="020B0604020202020204" charset="0"/>
          </a:endParaRPr>
        </a:p>
      </dsp:txBody>
      <dsp:txXfrm>
        <a:off x="39580" y="89859"/>
        <a:ext cx="7536609" cy="731649"/>
      </dsp:txXfrm>
    </dsp:sp>
    <dsp:sp modelId="{12E40C73-A082-45FB-8006-5DB10BD4E919}">
      <dsp:nvSpPr>
        <dsp:cNvPr id="0" name=""/>
        <dsp:cNvSpPr/>
      </dsp:nvSpPr>
      <dsp:spPr>
        <a:xfrm>
          <a:off x="0" y="92156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dirty="0" smtClean="0">
              <a:latin typeface="Raleway" panose="020B0604020202020204" charset="0"/>
            </a:rPr>
            <a:t>The </a:t>
          </a:r>
          <a:r>
            <a:rPr lang="en-US" sz="2100" b="1" i="0" kern="1200" baseline="0" dirty="0" err="1" smtClean="0">
              <a:latin typeface="Raleway" panose="020B0604020202020204" charset="0"/>
            </a:rPr>
            <a:t>addFlight</a:t>
          </a:r>
          <a:r>
            <a:rPr lang="en-US" sz="2100" b="1" i="0" kern="1200" baseline="0" dirty="0" smtClean="0">
              <a:latin typeface="Raleway" panose="020B0604020202020204" charset="0"/>
            </a:rPr>
            <a:t>(), </a:t>
          </a:r>
          <a:r>
            <a:rPr lang="en-US" sz="2100" b="1" i="0" kern="1200" baseline="0" dirty="0" err="1" smtClean="0">
              <a:latin typeface="Raleway" panose="020B0604020202020204" charset="0"/>
            </a:rPr>
            <a:t>displayFlights</a:t>
          </a:r>
          <a:r>
            <a:rPr lang="en-US" sz="2100" b="1" i="0" kern="1200" baseline="0" dirty="0" smtClean="0">
              <a:latin typeface="Raleway" panose="020B0604020202020204" charset="0"/>
            </a:rPr>
            <a:t>(), </a:t>
          </a:r>
          <a:r>
            <a:rPr lang="en-US" sz="2100" b="1" i="0" kern="1200" baseline="0" dirty="0" err="1" smtClean="0">
              <a:latin typeface="Raleway" panose="020B0604020202020204" charset="0"/>
            </a:rPr>
            <a:t>searchFlight</a:t>
          </a:r>
          <a:r>
            <a:rPr lang="en-US" sz="2100" b="1" i="0" kern="1200" baseline="0" dirty="0" smtClean="0">
              <a:latin typeface="Raleway" panose="020B0604020202020204" charset="0"/>
            </a:rPr>
            <a:t>(), and </a:t>
          </a:r>
          <a:r>
            <a:rPr lang="en-US" sz="2100" b="1" i="0" kern="1200" baseline="0" dirty="0" err="1" smtClean="0">
              <a:latin typeface="Raleway" panose="020B0604020202020204" charset="0"/>
            </a:rPr>
            <a:t>updateStatus</a:t>
          </a:r>
          <a:r>
            <a:rPr lang="en-US" sz="2100" b="1" i="0" kern="1200" baseline="0" dirty="0" smtClean="0">
              <a:latin typeface="Raleway" panose="020B0604020202020204" charset="0"/>
            </a:rPr>
            <a:t>() </a:t>
          </a:r>
          <a:r>
            <a:rPr lang="en-US" sz="2100" b="0" i="0" kern="1200" baseline="0" dirty="0" smtClean="0">
              <a:latin typeface="Raleway" panose="020B0604020202020204" charset="0"/>
            </a:rPr>
            <a:t>methods perform specific operations.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961149"/>
        <a:ext cx="7536609" cy="731649"/>
      </dsp:txXfrm>
    </dsp:sp>
    <dsp:sp modelId="{3CCD395E-CBC2-4C30-9FA2-9F3C3172618E}">
      <dsp:nvSpPr>
        <dsp:cNvPr id="0" name=""/>
        <dsp:cNvSpPr/>
      </dsp:nvSpPr>
      <dsp:spPr>
        <a:xfrm>
          <a:off x="0" y="179285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Method invocation connects the menu to these operations.</a:t>
          </a:r>
          <a:endParaRPr lang="en-US" sz="2100" kern="1200">
            <a:latin typeface="Raleway" panose="020B0604020202020204" charset="0"/>
          </a:endParaRPr>
        </a:p>
      </dsp:txBody>
      <dsp:txXfrm>
        <a:off x="39580" y="1832439"/>
        <a:ext cx="7536609" cy="731649"/>
      </dsp:txXfrm>
    </dsp:sp>
    <dsp:sp modelId="{2B13213B-37FB-44E8-93AF-AECBBA324FF1}">
      <dsp:nvSpPr>
        <dsp:cNvPr id="0" name=""/>
        <dsp:cNvSpPr/>
      </dsp:nvSpPr>
      <dsp:spPr>
        <a:xfrm>
          <a:off x="0" y="266414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Parameters pass flight details to methods.</a:t>
          </a:r>
          <a:endParaRPr lang="en-US" sz="2100" kern="1200">
            <a:latin typeface="Raleway" panose="020B0604020202020204" charset="0"/>
          </a:endParaRPr>
        </a:p>
      </dsp:txBody>
      <dsp:txXfrm>
        <a:off x="39580" y="2703729"/>
        <a:ext cx="7536609" cy="731649"/>
      </dsp:txXfrm>
    </dsp:sp>
    <dsp:sp modelId="{7596A331-9E18-4F68-9E2B-46FD3D3586F6}">
      <dsp:nvSpPr>
        <dsp:cNvPr id="0" name=""/>
        <dsp:cNvSpPr/>
      </dsp:nvSpPr>
      <dsp:spPr>
        <a:xfrm>
          <a:off x="0" y="353543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Method overloading allows methods to share a name with different parameter lists.</a:t>
          </a:r>
          <a:endParaRPr lang="en-US" sz="2100" kern="1200">
            <a:latin typeface="Raleway" panose="020B0604020202020204" charset="0"/>
          </a:endParaRPr>
        </a:p>
      </dsp:txBody>
      <dsp:txXfrm>
        <a:off x="39580" y="3575019"/>
        <a:ext cx="7536609" cy="731649"/>
      </dsp:txXfrm>
    </dsp:sp>
    <dsp:sp modelId="{0FD53F9C-06CF-4969-924B-E7183F409D45}">
      <dsp:nvSpPr>
        <dsp:cNvPr id="0" name=""/>
        <dsp:cNvSpPr/>
      </dsp:nvSpPr>
      <dsp:spPr>
        <a:xfrm>
          <a:off x="0" y="440672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A one-dimensional array stores multiple flight objects.</a:t>
          </a:r>
          <a:endParaRPr lang="en-US" sz="2100" kern="1200">
            <a:latin typeface="Raleway" panose="020B0604020202020204" charset="0"/>
          </a:endParaRPr>
        </a:p>
      </dsp:txBody>
      <dsp:txXfrm>
        <a:off x="39580" y="4446309"/>
        <a:ext cx="7536609" cy="731649"/>
      </dsp:txXfrm>
    </dsp:sp>
    <dsp:sp modelId="{FBD7A6DC-4746-4F11-8228-040F372966DC}">
      <dsp:nvSpPr>
        <dsp:cNvPr id="0" name=""/>
        <dsp:cNvSpPr/>
      </dsp:nvSpPr>
      <dsp:spPr>
        <a:xfrm>
          <a:off x="0" y="527801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dirty="0" smtClean="0">
              <a:latin typeface="Raleway" panose="020B0604020202020204" charset="0"/>
            </a:rPr>
            <a:t>Array traversal and searching help locate and display flight records.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5317599"/>
        <a:ext cx="7536609" cy="731649"/>
      </dsp:txXfrm>
    </dsp:sp>
    <dsp:sp modelId="{A10B97B9-47A2-4024-9149-B1D9953FC475}">
      <dsp:nvSpPr>
        <dsp:cNvPr id="0" name=""/>
        <dsp:cNvSpPr/>
      </dsp:nvSpPr>
      <dsp:spPr>
        <a:xfrm>
          <a:off x="0" y="6149309"/>
          <a:ext cx="7615769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dirty="0" smtClean="0">
              <a:latin typeface="Raleway" panose="020B0604020202020204" charset="0"/>
            </a:rPr>
            <a:t>Example: search() returns the index of a matching flight or -1 if it is not found.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6188889"/>
        <a:ext cx="7536609" cy="7316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BE828-C865-4507-B0E3-0A7E0C1F80B7}">
      <dsp:nvSpPr>
        <dsp:cNvPr id="0" name=""/>
        <dsp:cNvSpPr/>
      </dsp:nvSpPr>
      <dsp:spPr>
        <a:xfrm>
          <a:off x="0" y="687419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Raleway" panose="020B0604020202020204" charset="0"/>
            </a:rPr>
            <a:t>Recursion: </a:t>
          </a:r>
          <a:r>
            <a:rPr lang="en-US" sz="2600" kern="1200" dirty="0" smtClean="0">
              <a:latin typeface="Raleway" panose="020B0604020202020204" charset="0"/>
            </a:rPr>
            <a:t>A method calls itself and uses a base case to stop.</a:t>
          </a:r>
          <a:endParaRPr lang="en-US" sz="2600" kern="1200" dirty="0">
            <a:latin typeface="Raleway" panose="020B0604020202020204" charset="0"/>
          </a:endParaRPr>
        </a:p>
      </dsp:txBody>
      <dsp:txXfrm>
        <a:off x="49004" y="736423"/>
        <a:ext cx="6953803" cy="905852"/>
      </dsp:txXfrm>
    </dsp:sp>
    <dsp:sp modelId="{C1FDA2B8-7C7A-4AE8-A90F-60A3F3E5AC1F}">
      <dsp:nvSpPr>
        <dsp:cNvPr id="0" name=""/>
        <dsp:cNvSpPr/>
      </dsp:nvSpPr>
      <dsp:spPr>
        <a:xfrm>
          <a:off x="0" y="1766159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Raleway" panose="020B0604020202020204" charset="0"/>
            </a:rPr>
            <a:t>Summation and counting: </a:t>
          </a:r>
          <a:r>
            <a:rPr lang="en-US" sz="2600" kern="1200" dirty="0" smtClean="0">
              <a:latin typeface="Raleway" panose="020B0604020202020204" charset="0"/>
            </a:rPr>
            <a:t>Calculate totals and count flight records.</a:t>
          </a:r>
          <a:endParaRPr lang="en-US" sz="2600" kern="1200" dirty="0">
            <a:latin typeface="Raleway" panose="020B0604020202020204" charset="0"/>
          </a:endParaRPr>
        </a:p>
      </dsp:txBody>
      <dsp:txXfrm>
        <a:off x="49004" y="1815163"/>
        <a:ext cx="6953803" cy="905852"/>
      </dsp:txXfrm>
    </dsp:sp>
    <dsp:sp modelId="{D29C5F47-6368-45E0-B9B0-8F0BE5051BDF}">
      <dsp:nvSpPr>
        <dsp:cNvPr id="0" name=""/>
        <dsp:cNvSpPr/>
      </dsp:nvSpPr>
      <dsp:spPr>
        <a:xfrm>
          <a:off x="0" y="2844899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Raleway" panose="020B0604020202020204" charset="0"/>
            </a:rPr>
            <a:t>Average: </a:t>
          </a:r>
          <a:r>
            <a:rPr lang="en-US" sz="2600" kern="1200" dirty="0" smtClean="0">
              <a:latin typeface="Raleway" panose="020B0604020202020204" charset="0"/>
            </a:rPr>
            <a:t>Calculate an average from suitable numeric data.</a:t>
          </a:r>
          <a:endParaRPr lang="en-US" sz="2600" kern="1200" dirty="0">
            <a:latin typeface="Raleway" panose="020B0604020202020204" charset="0"/>
          </a:endParaRPr>
        </a:p>
      </dsp:txBody>
      <dsp:txXfrm>
        <a:off x="49004" y="2893903"/>
        <a:ext cx="6953803" cy="905852"/>
      </dsp:txXfrm>
    </dsp:sp>
    <dsp:sp modelId="{CC2F3090-0099-4BF6-8503-E3446DB007C8}">
      <dsp:nvSpPr>
        <dsp:cNvPr id="0" name=""/>
        <dsp:cNvSpPr/>
      </dsp:nvSpPr>
      <dsp:spPr>
        <a:xfrm>
          <a:off x="0" y="3923640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Raleway" panose="020B0604020202020204" charset="0"/>
            </a:rPr>
            <a:t>Two-dimensional arrays: </a:t>
          </a:r>
          <a:r>
            <a:rPr lang="en-US" sz="2600" kern="1200" dirty="0" smtClean="0">
              <a:latin typeface="Raleway" panose="020B0604020202020204" charset="0"/>
            </a:rPr>
            <a:t>Store data in rows and columns.</a:t>
          </a:r>
          <a:endParaRPr lang="en-US" sz="2600" kern="1200" dirty="0">
            <a:latin typeface="Raleway" panose="020B0604020202020204" charset="0"/>
          </a:endParaRPr>
        </a:p>
      </dsp:txBody>
      <dsp:txXfrm>
        <a:off x="49004" y="3972644"/>
        <a:ext cx="6953803" cy="905852"/>
      </dsp:txXfrm>
    </dsp:sp>
    <dsp:sp modelId="{74AA91E0-16EF-43F1-876F-35B71B4A1696}">
      <dsp:nvSpPr>
        <dsp:cNvPr id="0" name=""/>
        <dsp:cNvSpPr/>
      </dsp:nvSpPr>
      <dsp:spPr>
        <a:xfrm>
          <a:off x="0" y="5002379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latin typeface="Raleway" panose="020B0604020202020204" charset="0"/>
            </a:rPr>
            <a:t>Matrix arithmetic: </a:t>
          </a:r>
          <a:r>
            <a:rPr lang="en-US" sz="2600" kern="1200" dirty="0" smtClean="0">
              <a:latin typeface="Raleway" panose="020B0604020202020204" charset="0"/>
            </a:rPr>
            <a:t>The project demonstrates matrix addition using nested loops.</a:t>
          </a:r>
          <a:endParaRPr lang="en-US" sz="2600" kern="1200" dirty="0">
            <a:latin typeface="Raleway" panose="020B0604020202020204" charset="0"/>
          </a:endParaRPr>
        </a:p>
      </dsp:txBody>
      <dsp:txXfrm>
        <a:off x="49004" y="5051383"/>
        <a:ext cx="6953803" cy="905852"/>
      </dsp:txXfrm>
    </dsp:sp>
    <dsp:sp modelId="{E987A8CA-9CD6-4B6D-94D9-A61D0BFE7F22}">
      <dsp:nvSpPr>
        <dsp:cNvPr id="0" name=""/>
        <dsp:cNvSpPr/>
      </dsp:nvSpPr>
      <dsp:spPr>
        <a:xfrm>
          <a:off x="0" y="6081120"/>
          <a:ext cx="7051811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>
              <a:latin typeface="Raleway" panose="020B0604020202020204" charset="0"/>
            </a:rPr>
            <a:t>These concepts demonstrate additional ways to process data in Java.</a:t>
          </a:r>
          <a:endParaRPr lang="en-US" sz="2600" kern="1200">
            <a:latin typeface="Raleway" panose="020B0604020202020204" charset="0"/>
          </a:endParaRPr>
        </a:p>
      </dsp:txBody>
      <dsp:txXfrm>
        <a:off x="49004" y="6130124"/>
        <a:ext cx="6953803" cy="905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49F06-C515-44F9-B98C-8A22BC4462B1}">
      <dsp:nvSpPr>
        <dsp:cNvPr id="0" name=""/>
        <dsp:cNvSpPr/>
      </dsp:nvSpPr>
      <dsp:spPr>
        <a:xfrm>
          <a:off x="0" y="102795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The Flight class acts as a blueprint for flight objects.</a:t>
          </a:r>
          <a:endParaRPr lang="en-US" sz="2000" kern="1200">
            <a:latin typeface="Raleway" panose="020B0604020202020204" charset="0"/>
          </a:endParaRPr>
        </a:p>
      </dsp:txBody>
      <dsp:txXfrm>
        <a:off x="37838" y="140633"/>
        <a:ext cx="7570800" cy="699449"/>
      </dsp:txXfrm>
    </dsp:sp>
    <dsp:sp modelId="{FB47929C-7C6A-47B7-BDD5-CFEC0045122F}">
      <dsp:nvSpPr>
        <dsp:cNvPr id="0" name=""/>
        <dsp:cNvSpPr/>
      </dsp:nvSpPr>
      <dsp:spPr>
        <a:xfrm>
          <a:off x="0" y="935521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Each object stores a flight number, destination, time, and status.</a:t>
          </a:r>
          <a:endParaRPr lang="en-US" sz="2000" kern="1200">
            <a:latin typeface="Raleway" panose="020B0604020202020204" charset="0"/>
          </a:endParaRPr>
        </a:p>
      </dsp:txBody>
      <dsp:txXfrm>
        <a:off x="37838" y="973359"/>
        <a:ext cx="7570800" cy="699449"/>
      </dsp:txXfrm>
    </dsp:sp>
    <dsp:sp modelId="{828DDBF5-FE1F-45C7-90BA-A7623BBDCAA9}">
      <dsp:nvSpPr>
        <dsp:cNvPr id="0" name=""/>
        <dsp:cNvSpPr/>
      </dsp:nvSpPr>
      <dsp:spPr>
        <a:xfrm>
          <a:off x="0" y="1768246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A constructor initializes the flight details.</a:t>
          </a:r>
          <a:endParaRPr lang="en-US" sz="2000" kern="1200">
            <a:latin typeface="Raleway" panose="020B0604020202020204" charset="0"/>
          </a:endParaRPr>
        </a:p>
      </dsp:txBody>
      <dsp:txXfrm>
        <a:off x="37838" y="1806084"/>
        <a:ext cx="7570800" cy="699449"/>
      </dsp:txXfrm>
    </dsp:sp>
    <dsp:sp modelId="{AD6F2CA4-4AC3-4F58-A1EA-A29CFBBDE23F}">
      <dsp:nvSpPr>
        <dsp:cNvPr id="0" name=""/>
        <dsp:cNvSpPr/>
      </dsp:nvSpPr>
      <dsp:spPr>
        <a:xfrm>
          <a:off x="0" y="2600971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Private fields protect data from direct access.</a:t>
          </a:r>
          <a:endParaRPr lang="en-US" sz="2000" kern="1200">
            <a:latin typeface="Raleway" panose="020B0604020202020204" charset="0"/>
          </a:endParaRPr>
        </a:p>
      </dsp:txBody>
      <dsp:txXfrm>
        <a:off x="37838" y="2638809"/>
        <a:ext cx="7570800" cy="699449"/>
      </dsp:txXfrm>
    </dsp:sp>
    <dsp:sp modelId="{3970C8F9-82DF-468B-9A32-7B50359574F1}">
      <dsp:nvSpPr>
        <dsp:cNvPr id="0" name=""/>
        <dsp:cNvSpPr/>
      </dsp:nvSpPr>
      <dsp:spPr>
        <a:xfrm>
          <a:off x="0" y="3433696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Getters retrieve values, while setters update status.</a:t>
          </a:r>
          <a:endParaRPr lang="en-US" sz="2000" kern="1200">
            <a:latin typeface="Raleway" panose="020B0604020202020204" charset="0"/>
          </a:endParaRPr>
        </a:p>
      </dsp:txBody>
      <dsp:txXfrm>
        <a:off x="37838" y="3471534"/>
        <a:ext cx="7570800" cy="699449"/>
      </dsp:txXfrm>
    </dsp:sp>
    <dsp:sp modelId="{6FC3CD5A-FDE6-4634-A83C-B7CDB85825D7}">
      <dsp:nvSpPr>
        <dsp:cNvPr id="0" name=""/>
        <dsp:cNvSpPr/>
      </dsp:nvSpPr>
      <dsp:spPr>
        <a:xfrm>
          <a:off x="0" y="4266421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toString() provides a readable representation of a flight.</a:t>
          </a:r>
          <a:endParaRPr lang="en-US" sz="2000" kern="1200">
            <a:latin typeface="Raleway" panose="020B0604020202020204" charset="0"/>
          </a:endParaRPr>
        </a:p>
      </dsp:txBody>
      <dsp:txXfrm>
        <a:off x="37838" y="4304259"/>
        <a:ext cx="7570800" cy="699449"/>
      </dsp:txXfrm>
    </dsp:sp>
    <dsp:sp modelId="{EFF1A148-8DF0-43B6-BCAB-28CBF3EBBAC9}">
      <dsp:nvSpPr>
        <dsp:cNvPr id="0" name=""/>
        <dsp:cNvSpPr/>
      </dsp:nvSpPr>
      <dsp:spPr>
        <a:xfrm>
          <a:off x="0" y="5099145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The Comparable interface allows flight objects to be sorted by flight number.</a:t>
          </a:r>
          <a:endParaRPr lang="en-US" sz="2000" kern="1200">
            <a:latin typeface="Raleway" panose="020B0604020202020204" charset="0"/>
          </a:endParaRPr>
        </a:p>
      </dsp:txBody>
      <dsp:txXfrm>
        <a:off x="37838" y="5136983"/>
        <a:ext cx="7570800" cy="699449"/>
      </dsp:txXfrm>
    </dsp:sp>
    <dsp:sp modelId="{D2383BEB-E142-400E-836F-CE871A895A65}">
      <dsp:nvSpPr>
        <dsp:cNvPr id="0" name=""/>
        <dsp:cNvSpPr/>
      </dsp:nvSpPr>
      <dsp:spPr>
        <a:xfrm>
          <a:off x="0" y="5931871"/>
          <a:ext cx="7646476" cy="775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Example: Each flight is created as an object of the Flight class.</a:t>
          </a:r>
          <a:endParaRPr lang="en-US" sz="2000" kern="1200">
            <a:latin typeface="Raleway" panose="020B0604020202020204" charset="0"/>
          </a:endParaRPr>
        </a:p>
      </dsp:txBody>
      <dsp:txXfrm>
        <a:off x="37838" y="5969709"/>
        <a:ext cx="7570800" cy="6994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A6C76-62E9-4B90-B58C-26FA2AF89C07}">
      <dsp:nvSpPr>
        <dsp:cNvPr id="0" name=""/>
        <dsp:cNvSpPr/>
      </dsp:nvSpPr>
      <dsp:spPr>
        <a:xfrm>
          <a:off x="0" y="11961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smtClean="0">
              <a:latin typeface="Raleway" panose="020B0604020202020204" charset="0"/>
            </a:rPr>
            <a:t>Exceptions can occur when the user enters an invalid menu choice.</a:t>
          </a:r>
          <a:endParaRPr lang="en-US" sz="2400" kern="1200">
            <a:latin typeface="Raleway" panose="020B0604020202020204" charset="0"/>
          </a:endParaRPr>
        </a:p>
      </dsp:txBody>
      <dsp:txXfrm>
        <a:off x="62198" y="181808"/>
        <a:ext cx="8320976" cy="1149734"/>
      </dsp:txXfrm>
    </dsp:sp>
    <dsp:sp modelId="{9BA24E93-B36A-4A1F-8D3F-8550BB6405B8}">
      <dsp:nvSpPr>
        <dsp:cNvPr id="0" name=""/>
        <dsp:cNvSpPr/>
      </dsp:nvSpPr>
      <dsp:spPr>
        <a:xfrm>
          <a:off x="0" y="146286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dirty="0" smtClean="0">
              <a:latin typeface="Raleway" panose="020B0604020202020204" charset="0"/>
            </a:rPr>
            <a:t>try-catch handles invalid numeric input without immediately terminating the program.</a:t>
          </a:r>
          <a:endParaRPr lang="en-US" sz="2400" kern="1200" dirty="0">
            <a:latin typeface="Raleway" panose="020B0604020202020204" charset="0"/>
          </a:endParaRPr>
        </a:p>
      </dsp:txBody>
      <dsp:txXfrm>
        <a:off x="62198" y="1525058"/>
        <a:ext cx="8320976" cy="1149734"/>
      </dsp:txXfrm>
    </dsp:sp>
    <dsp:sp modelId="{6A078B21-6E5E-4838-AD34-7F383FF66DD0}">
      <dsp:nvSpPr>
        <dsp:cNvPr id="0" name=""/>
        <dsp:cNvSpPr/>
      </dsp:nvSpPr>
      <dsp:spPr>
        <a:xfrm>
          <a:off x="0" y="280611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smtClean="0">
              <a:latin typeface="Raleway" panose="020B0604020202020204" charset="0"/>
            </a:rPr>
            <a:t>File operations handle errors using IOException.</a:t>
          </a:r>
          <a:endParaRPr lang="en-US" sz="2400" kern="1200">
            <a:latin typeface="Raleway" panose="020B0604020202020204" charset="0"/>
          </a:endParaRPr>
        </a:p>
      </dsp:txBody>
      <dsp:txXfrm>
        <a:off x="62198" y="2868308"/>
        <a:ext cx="8320976" cy="1149734"/>
      </dsp:txXfrm>
    </dsp:sp>
    <dsp:sp modelId="{01CCFD68-6BE0-4EA8-9801-A9632C2D3910}">
      <dsp:nvSpPr>
        <dsp:cNvPr id="0" name=""/>
        <dsp:cNvSpPr/>
      </dsp:nvSpPr>
      <dsp:spPr>
        <a:xfrm>
          <a:off x="0" y="414936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smtClean="0">
              <a:latin typeface="Raleway" panose="020B0604020202020204" charset="0"/>
            </a:rPr>
            <a:t>Input validation prevents empty flight details from being added.</a:t>
          </a:r>
          <a:endParaRPr lang="en-US" sz="2400" kern="1200">
            <a:latin typeface="Raleway" panose="020B0604020202020204" charset="0"/>
          </a:endParaRPr>
        </a:p>
      </dsp:txBody>
      <dsp:txXfrm>
        <a:off x="62198" y="4211558"/>
        <a:ext cx="8320976" cy="1149734"/>
      </dsp:txXfrm>
    </dsp:sp>
    <dsp:sp modelId="{35668509-9816-40EA-8477-CACD0028B697}">
      <dsp:nvSpPr>
        <dsp:cNvPr id="0" name=""/>
        <dsp:cNvSpPr/>
      </dsp:nvSpPr>
      <dsp:spPr>
        <a:xfrm>
          <a:off x="0" y="549261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smtClean="0">
              <a:latin typeface="Raleway" panose="020B0604020202020204" charset="0"/>
            </a:rPr>
            <a:t>Inheritance and interfaces introduce reusable object-oriented design concepts.</a:t>
          </a:r>
          <a:endParaRPr lang="en-US" sz="2400" kern="1200">
            <a:latin typeface="Raleway" panose="020B0604020202020204" charset="0"/>
          </a:endParaRPr>
        </a:p>
      </dsp:txBody>
      <dsp:txXfrm>
        <a:off x="62198" y="5554808"/>
        <a:ext cx="8320976" cy="1149734"/>
      </dsp:txXfrm>
    </dsp:sp>
    <dsp:sp modelId="{FBF3E1CC-C133-477A-A6C8-16A0486C68C1}">
      <dsp:nvSpPr>
        <dsp:cNvPr id="0" name=""/>
        <dsp:cNvSpPr/>
      </dsp:nvSpPr>
      <dsp:spPr>
        <a:xfrm>
          <a:off x="0" y="6835860"/>
          <a:ext cx="8445372" cy="12741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baseline="0" smtClean="0">
              <a:latin typeface="Raleway" panose="020B0604020202020204" charset="0"/>
            </a:rPr>
            <a:t>Example: If the user enters text instead of a menu number, the program displays an error message and asks again.</a:t>
          </a:r>
          <a:endParaRPr lang="en-US" sz="2400" kern="1200">
            <a:latin typeface="Raleway" panose="020B0604020202020204" charset="0"/>
          </a:endParaRPr>
        </a:p>
      </dsp:txBody>
      <dsp:txXfrm>
        <a:off x="62198" y="6898058"/>
        <a:ext cx="8320976" cy="11497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F8205-1359-497F-9BB0-59B5C721461D}">
      <dsp:nvSpPr>
        <dsp:cNvPr id="0" name=""/>
        <dsp:cNvSpPr/>
      </dsp:nvSpPr>
      <dsp:spPr>
        <a:xfrm>
          <a:off x="0" y="6349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Strings store flight numbers, destinations, timings, and statuses.</a:t>
          </a:r>
          <a:endParaRPr lang="en-US" sz="2100" kern="1200">
            <a:latin typeface="Raleway" panose="020B0604020202020204" charset="0"/>
          </a:endParaRPr>
        </a:p>
      </dsp:txBody>
      <dsp:txXfrm>
        <a:off x="39580" y="103079"/>
        <a:ext cx="7734468" cy="731649"/>
      </dsp:txXfrm>
    </dsp:sp>
    <dsp:sp modelId="{4D92DD90-3CD5-4F10-8FA0-A881AE4F008D}">
      <dsp:nvSpPr>
        <dsp:cNvPr id="0" name=""/>
        <dsp:cNvSpPr/>
      </dsp:nvSpPr>
      <dsp:spPr>
        <a:xfrm>
          <a:off x="0" y="93478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dirty="0" err="1" smtClean="0">
              <a:latin typeface="Raleway" panose="020B0604020202020204" charset="0"/>
            </a:rPr>
            <a:t>equalsIgnoreCase</a:t>
          </a:r>
          <a:r>
            <a:rPr lang="en-US" sz="2100" b="0" i="0" kern="1200" baseline="0" dirty="0" smtClean="0">
              <a:latin typeface="Raleway" panose="020B0604020202020204" charset="0"/>
            </a:rPr>
            <a:t>() compares text without considering letter case.</a:t>
          </a:r>
          <a:endParaRPr lang="en-US" sz="2100" kern="1200" dirty="0">
            <a:latin typeface="Raleway" panose="020B0604020202020204" charset="0"/>
          </a:endParaRPr>
        </a:p>
      </dsp:txBody>
      <dsp:txXfrm>
        <a:off x="39580" y="974369"/>
        <a:ext cx="7734468" cy="731649"/>
      </dsp:txXfrm>
    </dsp:sp>
    <dsp:sp modelId="{D946B920-D353-4B93-B675-B84FCED56DBA}">
      <dsp:nvSpPr>
        <dsp:cNvPr id="0" name=""/>
        <dsp:cNvSpPr/>
      </dsp:nvSpPr>
      <dsp:spPr>
        <a:xfrm>
          <a:off x="0" y="180607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trim() removes unnecessary spaces from input.</a:t>
          </a:r>
          <a:endParaRPr lang="en-US" sz="2100" kern="1200">
            <a:latin typeface="Raleway" panose="020B0604020202020204" charset="0"/>
          </a:endParaRPr>
        </a:p>
      </dsp:txBody>
      <dsp:txXfrm>
        <a:off x="39580" y="1845659"/>
        <a:ext cx="7734468" cy="731649"/>
      </dsp:txXfrm>
    </dsp:sp>
    <dsp:sp modelId="{E1FF9AFF-BFA7-4F91-9C32-E56121FB91FB}">
      <dsp:nvSpPr>
        <dsp:cNvPr id="0" name=""/>
        <dsp:cNvSpPr/>
      </dsp:nvSpPr>
      <dsp:spPr>
        <a:xfrm>
          <a:off x="0" y="267736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split() separates a saved record into individual fields.</a:t>
          </a:r>
          <a:endParaRPr lang="en-US" sz="2100" kern="1200">
            <a:latin typeface="Raleway" panose="020B0604020202020204" charset="0"/>
          </a:endParaRPr>
        </a:p>
      </dsp:txBody>
      <dsp:txXfrm>
        <a:off x="39580" y="2716949"/>
        <a:ext cx="7734468" cy="731649"/>
      </dsp:txXfrm>
    </dsp:sp>
    <dsp:sp modelId="{989AF628-B21A-4854-8A3B-A69D9A520BED}">
      <dsp:nvSpPr>
        <dsp:cNvPr id="0" name=""/>
        <dsp:cNvSpPr/>
      </dsp:nvSpPr>
      <dsp:spPr>
        <a:xfrm>
          <a:off x="0" y="354865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Comparable defines the natural sorting order of flight objects.</a:t>
          </a:r>
          <a:endParaRPr lang="en-US" sz="2100" kern="1200">
            <a:latin typeface="Raleway" panose="020B0604020202020204" charset="0"/>
          </a:endParaRPr>
        </a:p>
      </dsp:txBody>
      <dsp:txXfrm>
        <a:off x="39580" y="3588239"/>
        <a:ext cx="7734468" cy="731649"/>
      </dsp:txXfrm>
    </dsp:sp>
    <dsp:sp modelId="{24F2907F-3876-423B-B812-A05EC0BC9E61}">
      <dsp:nvSpPr>
        <dsp:cNvPr id="0" name=""/>
        <dsp:cNvSpPr/>
      </dsp:nvSpPr>
      <dsp:spPr>
        <a:xfrm>
          <a:off x="0" y="441994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Arrays.sort() arranges flight records in order.</a:t>
          </a:r>
          <a:endParaRPr lang="en-US" sz="2100" kern="1200">
            <a:latin typeface="Raleway" panose="020B0604020202020204" charset="0"/>
          </a:endParaRPr>
        </a:p>
      </dsp:txBody>
      <dsp:txXfrm>
        <a:off x="39580" y="4459529"/>
        <a:ext cx="7734468" cy="731649"/>
      </dsp:txXfrm>
    </dsp:sp>
    <dsp:sp modelId="{589F9092-3F6E-4DC4-BC8E-682BFF3FED8D}">
      <dsp:nvSpPr>
        <dsp:cNvPr id="0" name=""/>
        <dsp:cNvSpPr/>
      </dsp:nvSpPr>
      <dsp:spPr>
        <a:xfrm>
          <a:off x="0" y="5291240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Searching helps locate a particular flight.</a:t>
          </a:r>
          <a:endParaRPr lang="en-US" sz="2100" kern="1200">
            <a:latin typeface="Raleway" panose="020B0604020202020204" charset="0"/>
          </a:endParaRPr>
        </a:p>
      </dsp:txBody>
      <dsp:txXfrm>
        <a:off x="39580" y="5330820"/>
        <a:ext cx="7734468" cy="731649"/>
      </dsp:txXfrm>
    </dsp:sp>
    <dsp:sp modelId="{925CA32C-57E8-4AA6-84E7-57D561E52B30}">
      <dsp:nvSpPr>
        <dsp:cNvPr id="0" name=""/>
        <dsp:cNvSpPr/>
      </dsp:nvSpPr>
      <dsp:spPr>
        <a:xfrm>
          <a:off x="0" y="6162529"/>
          <a:ext cx="7813628" cy="81080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0" i="0" kern="1200" baseline="0" smtClean="0">
              <a:latin typeface="Raleway" panose="020B0604020202020204" charset="0"/>
            </a:rPr>
            <a:t>These operations help validate, organize, and process flight information.</a:t>
          </a:r>
          <a:endParaRPr lang="en-US" sz="2100" kern="1200">
            <a:latin typeface="Raleway" panose="020B0604020202020204" charset="0"/>
          </a:endParaRPr>
        </a:p>
      </dsp:txBody>
      <dsp:txXfrm>
        <a:off x="39580" y="6202109"/>
        <a:ext cx="7734468" cy="7316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73063-E859-408D-B221-3EA2C126494F}">
      <dsp:nvSpPr>
        <dsp:cNvPr id="0" name=""/>
        <dsp:cNvSpPr/>
      </dsp:nvSpPr>
      <dsp:spPr>
        <a:xfrm>
          <a:off x="0" y="57404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Path identifies the location of the data file.</a:t>
          </a:r>
          <a:endParaRPr lang="en-US" sz="2500" kern="1200">
            <a:latin typeface="Raleway" panose="020B0604020202020204" charset="0"/>
          </a:endParaRPr>
        </a:p>
      </dsp:txBody>
      <dsp:txXfrm>
        <a:off x="47298" y="104702"/>
        <a:ext cx="8572180" cy="874310"/>
      </dsp:txXfrm>
    </dsp:sp>
    <dsp:sp modelId="{8D2633AC-9B60-4DBB-835A-AA4D51CFBB4B}">
      <dsp:nvSpPr>
        <dsp:cNvPr id="0" name=""/>
        <dsp:cNvSpPr/>
      </dsp:nvSpPr>
      <dsp:spPr>
        <a:xfrm>
          <a:off x="0" y="1098311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Files provides methods to read and write data.</a:t>
          </a:r>
          <a:endParaRPr lang="en-US" sz="2500" kern="1200">
            <a:latin typeface="Raleway" panose="020B0604020202020204" charset="0"/>
          </a:endParaRPr>
        </a:p>
      </dsp:txBody>
      <dsp:txXfrm>
        <a:off x="47298" y="1145609"/>
        <a:ext cx="8572180" cy="874310"/>
      </dsp:txXfrm>
    </dsp:sp>
    <dsp:sp modelId="{F9773E30-5E13-4D20-A0DA-29F0BD6AB017}">
      <dsp:nvSpPr>
        <dsp:cNvPr id="0" name=""/>
        <dsp:cNvSpPr/>
      </dsp:nvSpPr>
      <dsp:spPr>
        <a:xfrm>
          <a:off x="0" y="2139217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BufferedReader reads saved records line by line.</a:t>
          </a:r>
          <a:endParaRPr lang="en-US" sz="2500" kern="1200">
            <a:latin typeface="Raleway" panose="020B0604020202020204" charset="0"/>
          </a:endParaRPr>
        </a:p>
      </dsp:txBody>
      <dsp:txXfrm>
        <a:off x="47298" y="2186515"/>
        <a:ext cx="8572180" cy="874310"/>
      </dsp:txXfrm>
    </dsp:sp>
    <dsp:sp modelId="{7F1E13A8-C6D5-4D6C-94CA-E90DCA8935DC}">
      <dsp:nvSpPr>
        <dsp:cNvPr id="0" name=""/>
        <dsp:cNvSpPr/>
      </dsp:nvSpPr>
      <dsp:spPr>
        <a:xfrm>
          <a:off x="0" y="3180123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BufferedWriter writes flight details to a text file.</a:t>
          </a:r>
          <a:endParaRPr lang="en-US" sz="2500" kern="1200">
            <a:latin typeface="Raleway" panose="020B0604020202020204" charset="0"/>
          </a:endParaRPr>
        </a:p>
      </dsp:txBody>
      <dsp:txXfrm>
        <a:off x="47298" y="3227421"/>
        <a:ext cx="8572180" cy="874310"/>
      </dsp:txXfrm>
    </dsp:sp>
    <dsp:sp modelId="{7A6B9081-CD86-4E5F-8062-97B34E7BC942}">
      <dsp:nvSpPr>
        <dsp:cNvPr id="0" name=""/>
        <dsp:cNvSpPr/>
      </dsp:nvSpPr>
      <dsp:spPr>
        <a:xfrm>
          <a:off x="0" y="4221030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Each flight is stored as a record separated by a delimiter.</a:t>
          </a:r>
          <a:endParaRPr lang="en-US" sz="2500" kern="1200">
            <a:latin typeface="Raleway" panose="020B0604020202020204" charset="0"/>
          </a:endParaRPr>
        </a:p>
      </dsp:txBody>
      <dsp:txXfrm>
        <a:off x="47298" y="4268328"/>
        <a:ext cx="8572180" cy="874310"/>
      </dsp:txXfrm>
    </dsp:sp>
    <dsp:sp modelId="{FBF6E626-A1D2-4BE1-9C2A-66D696279E5F}">
      <dsp:nvSpPr>
        <dsp:cNvPr id="0" name=""/>
        <dsp:cNvSpPr/>
      </dsp:nvSpPr>
      <dsp:spPr>
        <a:xfrm>
          <a:off x="0" y="5261936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try-with-resources automatically closes file resources.</a:t>
          </a:r>
          <a:endParaRPr lang="en-US" sz="2500" kern="1200">
            <a:latin typeface="Raleway" panose="020B0604020202020204" charset="0"/>
          </a:endParaRPr>
        </a:p>
      </dsp:txBody>
      <dsp:txXfrm>
        <a:off x="47298" y="5309234"/>
        <a:ext cx="8572180" cy="874310"/>
      </dsp:txXfrm>
    </dsp:sp>
    <dsp:sp modelId="{930350BE-0FE3-4F82-8297-B3CB44891665}">
      <dsp:nvSpPr>
        <dsp:cNvPr id="0" name=""/>
        <dsp:cNvSpPr/>
      </dsp:nvSpPr>
      <dsp:spPr>
        <a:xfrm>
          <a:off x="0" y="6302842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Exception handling manages file access errors.</a:t>
          </a:r>
          <a:endParaRPr lang="en-US" sz="2500" kern="1200">
            <a:latin typeface="Raleway" panose="020B0604020202020204" charset="0"/>
          </a:endParaRPr>
        </a:p>
      </dsp:txBody>
      <dsp:txXfrm>
        <a:off x="47298" y="6350140"/>
        <a:ext cx="8572180" cy="874310"/>
      </dsp:txXfrm>
    </dsp:sp>
    <dsp:sp modelId="{2F9DC7E4-8CBF-4AB6-ACB1-9F7278C417D4}">
      <dsp:nvSpPr>
        <dsp:cNvPr id="0" name=""/>
        <dsp:cNvSpPr/>
      </dsp:nvSpPr>
      <dsp:spPr>
        <a:xfrm>
          <a:off x="0" y="7343748"/>
          <a:ext cx="8666776" cy="968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0" i="0" kern="1200" baseline="0" smtClean="0">
              <a:latin typeface="Raleway" panose="020B0604020202020204" charset="0"/>
            </a:rPr>
            <a:t>Example: Flight records are saved in flights.txt and can be loaded when the application starts.</a:t>
          </a:r>
          <a:endParaRPr lang="en-US" sz="2500" kern="1200">
            <a:latin typeface="Raleway" panose="020B0604020202020204" charset="0"/>
          </a:endParaRPr>
        </a:p>
      </dsp:txBody>
      <dsp:txXfrm>
        <a:off x="47298" y="7391046"/>
        <a:ext cx="8572180" cy="874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230F3-4ED9-408C-AB90-962BEB4EFE54}">
      <dsp:nvSpPr>
        <dsp:cNvPr id="0" name=""/>
        <dsp:cNvSpPr/>
      </dsp:nvSpPr>
      <dsp:spPr>
        <a:xfrm>
          <a:off x="0" y="171834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Collections provide flexible ways to store and manage objects.</a:t>
          </a:r>
          <a:endParaRPr lang="en-US" sz="2000" kern="1200">
            <a:latin typeface="Raleway" panose="020B0604020202020204" charset="0"/>
          </a:endParaRPr>
        </a:p>
      </dsp:txBody>
      <dsp:txXfrm>
        <a:off x="51832" y="223666"/>
        <a:ext cx="7085655" cy="958111"/>
      </dsp:txXfrm>
    </dsp:sp>
    <dsp:sp modelId="{9B7C2B8E-782C-4546-A3DB-1A53978F9C4E}">
      <dsp:nvSpPr>
        <dsp:cNvPr id="0" name=""/>
        <dsp:cNvSpPr/>
      </dsp:nvSpPr>
      <dsp:spPr>
        <a:xfrm>
          <a:off x="0" y="1291209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Lists, sets, and maps can store, identify, and retrieve records.</a:t>
          </a:r>
          <a:endParaRPr lang="en-US" sz="2000" kern="1200">
            <a:latin typeface="Raleway" panose="020B0604020202020204" charset="0"/>
          </a:endParaRPr>
        </a:p>
      </dsp:txBody>
      <dsp:txXfrm>
        <a:off x="51832" y="1343041"/>
        <a:ext cx="7085655" cy="958111"/>
      </dsp:txXfrm>
    </dsp:sp>
    <dsp:sp modelId="{64BE60C4-6C6F-4E4C-AB94-6A8026C1E19B}">
      <dsp:nvSpPr>
        <dsp:cNvPr id="0" name=""/>
        <dsp:cNvSpPr/>
      </dsp:nvSpPr>
      <dsp:spPr>
        <a:xfrm>
          <a:off x="0" y="2410584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Generics provide type safety when working with collections.</a:t>
          </a:r>
          <a:endParaRPr lang="en-US" sz="2000" kern="1200">
            <a:latin typeface="Raleway" panose="020B0604020202020204" charset="0"/>
          </a:endParaRPr>
        </a:p>
      </dsp:txBody>
      <dsp:txXfrm>
        <a:off x="51832" y="2462416"/>
        <a:ext cx="7085655" cy="958111"/>
      </dsp:txXfrm>
    </dsp:sp>
    <dsp:sp modelId="{AA034346-0421-4DA1-9878-AFCE2DA0DB3B}">
      <dsp:nvSpPr>
        <dsp:cNvPr id="0" name=""/>
        <dsp:cNvSpPr/>
      </dsp:nvSpPr>
      <dsp:spPr>
        <a:xfrm>
          <a:off x="0" y="3529959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Iteration allows records to be processed one by one.</a:t>
          </a:r>
          <a:endParaRPr lang="en-US" sz="2000" kern="1200">
            <a:latin typeface="Raleway" panose="020B0604020202020204" charset="0"/>
          </a:endParaRPr>
        </a:p>
      </dsp:txBody>
      <dsp:txXfrm>
        <a:off x="51832" y="3581791"/>
        <a:ext cx="7085655" cy="958111"/>
      </dsp:txXfrm>
    </dsp:sp>
    <dsp:sp modelId="{19ECFC2E-FBD6-40CB-B18D-F5D9B277F668}">
      <dsp:nvSpPr>
        <dsp:cNvPr id="0" name=""/>
        <dsp:cNvSpPr/>
      </dsp:nvSpPr>
      <dsp:spPr>
        <a:xfrm>
          <a:off x="0" y="4649334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Collections can be sorted using built-in library methods.</a:t>
          </a:r>
          <a:endParaRPr lang="en-US" sz="2000" kern="1200">
            <a:latin typeface="Raleway" panose="020B0604020202020204" charset="0"/>
          </a:endParaRPr>
        </a:p>
      </dsp:txBody>
      <dsp:txXfrm>
        <a:off x="51832" y="4701166"/>
        <a:ext cx="7085655" cy="958111"/>
      </dsp:txXfrm>
    </dsp:sp>
    <dsp:sp modelId="{1EE981B5-33B7-45B8-883C-ECEB79955820}">
      <dsp:nvSpPr>
        <dsp:cNvPr id="0" name=""/>
        <dsp:cNvSpPr/>
      </dsp:nvSpPr>
      <dsp:spPr>
        <a:xfrm>
          <a:off x="0" y="5768709"/>
          <a:ext cx="7189319" cy="10617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baseline="0" smtClean="0">
              <a:latin typeface="Raleway" panose="020B0604020202020204" charset="0"/>
            </a:rPr>
            <a:t>In the current implementation, a fixed-size array stores flight objects. Collections such as ArrayList, HashSet, and HashMap are related alternatives covered by this module.</a:t>
          </a:r>
          <a:endParaRPr lang="en-US" sz="2000" kern="1200">
            <a:latin typeface="Raleway" panose="020B0604020202020204" charset="0"/>
          </a:endParaRPr>
        </a:p>
      </dsp:txBody>
      <dsp:txXfrm>
        <a:off x="51832" y="5820541"/>
        <a:ext cx="7085655" cy="95811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F4AC4-69D2-4812-8B9C-2A791A683A7B}">
      <dsp:nvSpPr>
        <dsp:cNvPr id="0" name=""/>
        <dsp:cNvSpPr/>
      </dsp:nvSpPr>
      <dsp:spPr>
        <a:xfrm>
          <a:off x="0" y="1555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>
              <a:latin typeface="Raleway" panose="020B0604020202020204" charset="0"/>
            </a:rPr>
            <a:t>A lambda expression provides a short way to define behavior.</a:t>
          </a:r>
          <a:endParaRPr lang="en-US" sz="2900" kern="1200">
            <a:latin typeface="Raleway" panose="020B0604020202020204" charset="0"/>
          </a:endParaRPr>
        </a:p>
      </dsp:txBody>
      <dsp:txXfrm>
        <a:off x="54659" y="70214"/>
        <a:ext cx="9612616" cy="1010372"/>
      </dsp:txXfrm>
    </dsp:sp>
    <dsp:sp modelId="{323ADE2C-5537-4089-802E-CA92B45A8F51}">
      <dsp:nvSpPr>
        <dsp:cNvPr id="0" name=""/>
        <dsp:cNvSpPr/>
      </dsp:nvSpPr>
      <dsp:spPr>
        <a:xfrm>
          <a:off x="0" y="121876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>
              <a:latin typeface="Raleway" panose="020B0604020202020204" charset="0"/>
            </a:rPr>
            <a:t>A stream processes a sequence of flight records.</a:t>
          </a:r>
          <a:endParaRPr lang="en-US" sz="2900" kern="1200">
            <a:latin typeface="Raleway" panose="020B0604020202020204" charset="0"/>
          </a:endParaRPr>
        </a:p>
      </dsp:txBody>
      <dsp:txXfrm>
        <a:off x="54659" y="1273424"/>
        <a:ext cx="9612616" cy="1010372"/>
      </dsp:txXfrm>
    </dsp:sp>
    <dsp:sp modelId="{1636D57D-4DC0-4C79-9E20-7818733D0FDF}">
      <dsp:nvSpPr>
        <dsp:cNvPr id="0" name=""/>
        <dsp:cNvSpPr/>
      </dsp:nvSpPr>
      <dsp:spPr>
        <a:xfrm>
          <a:off x="0" y="242197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>
              <a:latin typeface="Raleway" panose="020B0604020202020204" charset="0"/>
            </a:rPr>
            <a:t>filter() selects flights that meet a condition.</a:t>
          </a:r>
          <a:endParaRPr lang="en-US" sz="2900" kern="1200">
            <a:latin typeface="Raleway" panose="020B0604020202020204" charset="0"/>
          </a:endParaRPr>
        </a:p>
      </dsp:txBody>
      <dsp:txXfrm>
        <a:off x="54659" y="2476634"/>
        <a:ext cx="9612616" cy="1010372"/>
      </dsp:txXfrm>
    </dsp:sp>
    <dsp:sp modelId="{84C45CCB-B249-40BE-B0A5-ECA1C2D26B9E}">
      <dsp:nvSpPr>
        <dsp:cNvPr id="0" name=""/>
        <dsp:cNvSpPr/>
      </dsp:nvSpPr>
      <dsp:spPr>
        <a:xfrm>
          <a:off x="0" y="362518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dirty="0" smtClean="0">
              <a:latin typeface="Raleway" panose="020B0604020202020204" charset="0"/>
            </a:rPr>
            <a:t>count() calculates the number of matching records.</a:t>
          </a:r>
          <a:endParaRPr lang="en-US" sz="2900" kern="1200" dirty="0">
            <a:latin typeface="Raleway" panose="020B0604020202020204" charset="0"/>
          </a:endParaRPr>
        </a:p>
      </dsp:txBody>
      <dsp:txXfrm>
        <a:off x="54659" y="3679844"/>
        <a:ext cx="9612616" cy="1010372"/>
      </dsp:txXfrm>
    </dsp:sp>
    <dsp:sp modelId="{0A0C241A-2EE8-4A4F-9B6D-2E2058618A5B}">
      <dsp:nvSpPr>
        <dsp:cNvPr id="0" name=""/>
        <dsp:cNvSpPr/>
      </dsp:nvSpPr>
      <dsp:spPr>
        <a:xfrm>
          <a:off x="0" y="482839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>
              <a:latin typeface="Raleway" panose="020B0604020202020204" charset="0"/>
            </a:rPr>
            <a:t>forEach() can perform an operation on each record.</a:t>
          </a:r>
          <a:endParaRPr lang="en-US" sz="2900" kern="1200">
            <a:latin typeface="Raleway" panose="020B0604020202020204" charset="0"/>
          </a:endParaRPr>
        </a:p>
      </dsp:txBody>
      <dsp:txXfrm>
        <a:off x="54659" y="4883054"/>
        <a:ext cx="9612616" cy="1010372"/>
      </dsp:txXfrm>
    </dsp:sp>
    <dsp:sp modelId="{83C13C9A-208D-40DC-908B-F7FDB86A96C0}">
      <dsp:nvSpPr>
        <dsp:cNvPr id="0" name=""/>
        <dsp:cNvSpPr/>
      </dsp:nvSpPr>
      <dsp:spPr>
        <a:xfrm>
          <a:off x="0" y="6031604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smtClean="0">
              <a:latin typeface="Raleway" panose="020B0604020202020204" charset="0"/>
            </a:rPr>
            <a:t>Collectors can group or summarize records for reports.</a:t>
          </a:r>
          <a:endParaRPr lang="en-US" sz="2900" kern="1200">
            <a:latin typeface="Raleway" panose="020B0604020202020204" charset="0"/>
          </a:endParaRPr>
        </a:p>
      </dsp:txBody>
      <dsp:txXfrm>
        <a:off x="54659" y="6086263"/>
        <a:ext cx="9612616" cy="1010372"/>
      </dsp:txXfrm>
    </dsp:sp>
    <dsp:sp modelId="{ED12257D-4902-4489-8ECC-950362F296EC}">
      <dsp:nvSpPr>
        <dsp:cNvPr id="0" name=""/>
        <dsp:cNvSpPr/>
      </dsp:nvSpPr>
      <dsp:spPr>
        <a:xfrm>
          <a:off x="0" y="7234815"/>
          <a:ext cx="9721934" cy="11196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i="0" kern="1200" baseline="0" dirty="0" smtClean="0">
              <a:latin typeface="Raleway" panose="020B0604020202020204" charset="0"/>
            </a:rPr>
            <a:t>Example: The flight report filters delayed flights and displays the total number of flights and delayed flights.</a:t>
          </a:r>
          <a:endParaRPr lang="en-US" sz="2900" kern="1200" dirty="0">
            <a:latin typeface="Raleway" panose="020B0604020202020204" charset="0"/>
          </a:endParaRPr>
        </a:p>
      </dsp:txBody>
      <dsp:txXfrm>
        <a:off x="54659" y="7289474"/>
        <a:ext cx="9612616" cy="1010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5D926-C0E9-42FC-B50E-AD629ACE2A7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B8388-6C17-440B-A8F2-0FE5AF8A2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42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B8388-6C17-440B-A8F2-0FE5AF8A27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12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jpe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5.jpeg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image" Target="../media/image8.png"/><Relationship Id="rId5" Type="http://schemas.openxmlformats.org/officeDocument/2006/relationships/diagramLayout" Target="../diagrams/layout4.xml"/><Relationship Id="rId10" Type="http://schemas.openxmlformats.org/officeDocument/2006/relationships/image" Target="../media/image7.png"/><Relationship Id="rId4" Type="http://schemas.openxmlformats.org/officeDocument/2006/relationships/diagramData" Target="../diagrams/data4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5.jpeg"/><Relationship Id="rId9" Type="http://schemas.microsoft.com/office/2007/relationships/diagramDrawing" Target="../diagrams/drawing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11" Type="http://schemas.openxmlformats.org/officeDocument/2006/relationships/image" Target="../media/image11.png"/><Relationship Id="rId5" Type="http://schemas.openxmlformats.org/officeDocument/2006/relationships/diagramLayout" Target="../diagrams/layout6.xml"/><Relationship Id="rId10" Type="http://schemas.openxmlformats.org/officeDocument/2006/relationships/image" Target="../media/image10.png"/><Relationship Id="rId4" Type="http://schemas.openxmlformats.org/officeDocument/2006/relationships/diagramData" Target="../diagrams/data6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5.jpeg"/><Relationship Id="rId9" Type="http://schemas.microsoft.com/office/2007/relationships/diagramDrawing" Target="../diagrams/drawing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8.xml"/><Relationship Id="rId11" Type="http://schemas.openxmlformats.org/officeDocument/2006/relationships/image" Target="../media/image14.png"/><Relationship Id="rId5" Type="http://schemas.openxmlformats.org/officeDocument/2006/relationships/diagramLayout" Target="../diagrams/layout8.xml"/><Relationship Id="rId10" Type="http://schemas.openxmlformats.org/officeDocument/2006/relationships/image" Target="../media/image13.png"/><Relationship Id="rId4" Type="http://schemas.openxmlformats.org/officeDocument/2006/relationships/diagramData" Target="../diagrams/data8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5.jpeg"/><Relationship Id="rId9" Type="http://schemas.microsoft.com/office/2007/relationships/diagramDrawing" Target="../diagrams/drawing9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0.xml"/><Relationship Id="rId11" Type="http://schemas.openxmlformats.org/officeDocument/2006/relationships/image" Target="../media/image17.png"/><Relationship Id="rId5" Type="http://schemas.openxmlformats.org/officeDocument/2006/relationships/diagramLayout" Target="../diagrams/layout10.xml"/><Relationship Id="rId10" Type="http://schemas.openxmlformats.org/officeDocument/2006/relationships/image" Target="../media/image16.png"/><Relationship Id="rId4" Type="http://schemas.openxmlformats.org/officeDocument/2006/relationships/diagramData" Target="../diagrams/data10.xml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khita-ravi/Airport-Flight-Scheduler-Java/tree/main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Rectangle 21"/>
          <p:cNvSpPr/>
          <p:nvPr/>
        </p:nvSpPr>
        <p:spPr>
          <a:xfrm>
            <a:off x="3352800" y="5930427"/>
            <a:ext cx="9722383" cy="1952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68817" y="8837418"/>
            <a:ext cx="4286624" cy="841765"/>
            <a:chOff x="0" y="0"/>
            <a:chExt cx="1128987" cy="2216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987" cy="221699"/>
            </a:xfrm>
            <a:custGeom>
              <a:avLst/>
              <a:gdLst/>
              <a:ahLst/>
              <a:cxnLst/>
              <a:rect l="l" t="t" r="r" b="b"/>
              <a:pathLst>
                <a:path w="1128987" h="221699">
                  <a:moveTo>
                    <a:pt x="92109" y="0"/>
                  </a:moveTo>
                  <a:lnTo>
                    <a:pt x="1036878" y="0"/>
                  </a:lnTo>
                  <a:cubicBezTo>
                    <a:pt x="1087749" y="0"/>
                    <a:pt x="1128987" y="41239"/>
                    <a:pt x="1128987" y="92109"/>
                  </a:cubicBezTo>
                  <a:lnTo>
                    <a:pt x="1128987" y="129590"/>
                  </a:lnTo>
                  <a:cubicBezTo>
                    <a:pt x="1128987" y="180461"/>
                    <a:pt x="1087749" y="221699"/>
                    <a:pt x="1036878" y="221699"/>
                  </a:cubicBezTo>
                  <a:lnTo>
                    <a:pt x="92109" y="221699"/>
                  </a:lnTo>
                  <a:cubicBezTo>
                    <a:pt x="41239" y="221699"/>
                    <a:pt x="0" y="180461"/>
                    <a:pt x="0" y="129590"/>
                  </a:cubicBezTo>
                  <a:lnTo>
                    <a:pt x="0" y="92109"/>
                  </a:lnTo>
                  <a:cubicBezTo>
                    <a:pt x="0" y="41239"/>
                    <a:pt x="41239" y="0"/>
                    <a:pt x="921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28987" cy="25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6553" y="2201095"/>
            <a:ext cx="18624493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1000" b="1" dirty="0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AIRPORT FLIGHT BOARD</a:t>
            </a:r>
          </a:p>
          <a:p>
            <a:pPr algn="l"/>
            <a:r>
              <a:rPr lang="en-US" sz="11000" b="1" dirty="0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&amp; SCHEDULER</a:t>
            </a:r>
          </a:p>
          <a:p>
            <a:pPr algn="ctr"/>
            <a:endParaRPr lang="en-US" sz="11000" b="1" dirty="0">
              <a:solidFill>
                <a:srgbClr val="000000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2400" y="5930427"/>
            <a:ext cx="12292555" cy="184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80"/>
              </a:lnSpc>
            </a:pPr>
            <a:r>
              <a:rPr lang="en-US" sz="5200" b="1" spc="-218" dirty="0">
                <a:solidFill>
                  <a:srgbClr val="004CA6"/>
                </a:solidFill>
                <a:latin typeface="Raleway Bold"/>
                <a:ea typeface="Raleway Bold"/>
                <a:cs typeface="Raleway Bold"/>
                <a:sym typeface="Raleway Bold"/>
              </a:rPr>
              <a:t>Java-Based </a:t>
            </a:r>
          </a:p>
          <a:p>
            <a:pPr algn="r">
              <a:lnSpc>
                <a:spcPts val="7560"/>
              </a:lnSpc>
              <a:spcBef>
                <a:spcPct val="0"/>
              </a:spcBef>
            </a:pPr>
            <a:r>
              <a:rPr lang="en-US" sz="5400" b="1" spc="-226" dirty="0">
                <a:solidFill>
                  <a:srgbClr val="004CA6"/>
                </a:solidFill>
                <a:latin typeface="Raleway Bold"/>
                <a:ea typeface="Raleway Bold"/>
                <a:cs typeface="Raleway Bold"/>
                <a:sym typeface="Raleway Bold"/>
              </a:rPr>
              <a:t>Flight Management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Freeform 20"/>
          <p:cNvSpPr/>
          <p:nvPr/>
        </p:nvSpPr>
        <p:spPr>
          <a:xfrm>
            <a:off x="9683624" y="3226689"/>
            <a:ext cx="16230600" cy="7060311"/>
          </a:xfrm>
          <a:custGeom>
            <a:avLst/>
            <a:gdLst/>
            <a:ahLst/>
            <a:cxnLst/>
            <a:rect l="l" t="t" r="r" b="b"/>
            <a:pathLst>
              <a:path w="16230600" h="7060311">
                <a:moveTo>
                  <a:pt x="0" y="0"/>
                </a:moveTo>
                <a:lnTo>
                  <a:pt x="16230600" y="0"/>
                </a:lnTo>
                <a:lnTo>
                  <a:pt x="16230600" y="7060311"/>
                </a:lnTo>
                <a:lnTo>
                  <a:pt x="0" y="7060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62193" y="9013825"/>
            <a:ext cx="389987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04" dirty="0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START  YOUR JOURNEY</a:t>
            </a:r>
          </a:p>
        </p:txBody>
      </p:sp>
      <p:sp>
        <p:nvSpPr>
          <p:cNvPr id="23" name="TextBox 15"/>
          <p:cNvSpPr txBox="1"/>
          <p:nvPr/>
        </p:nvSpPr>
        <p:spPr>
          <a:xfrm>
            <a:off x="337429" y="6166469"/>
            <a:ext cx="5157254" cy="55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2800" b="1" spc="-146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TEAM MEMBERS</a:t>
            </a:r>
          </a:p>
        </p:txBody>
      </p:sp>
      <p:sp>
        <p:nvSpPr>
          <p:cNvPr id="24" name="TextBox 16"/>
          <p:cNvSpPr txBox="1"/>
          <p:nvPr/>
        </p:nvSpPr>
        <p:spPr>
          <a:xfrm>
            <a:off x="889147" y="6311926"/>
            <a:ext cx="5766792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 dirty="0"/>
          </a:p>
          <a:p>
            <a:pPr algn="l">
              <a:lnSpc>
                <a:spcPts val="4200"/>
              </a:lnSpc>
            </a:pPr>
            <a:r>
              <a:rPr lang="en-US" sz="3000" spc="-12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S.LIKHITA</a:t>
            </a:r>
          </a:p>
          <a:p>
            <a:pPr algn="l">
              <a:lnSpc>
                <a:spcPts val="4200"/>
              </a:lnSpc>
            </a:pPr>
            <a:r>
              <a:rPr lang="en-US" sz="3000" spc="-12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B.HASINI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16848" y="5143500"/>
            <a:ext cx="8357985" cy="4114800"/>
            <a:chOff x="0" y="0"/>
            <a:chExt cx="2201280" cy="1083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1280" cy="1083733"/>
            </a:xfrm>
            <a:custGeom>
              <a:avLst/>
              <a:gdLst/>
              <a:ahLst/>
              <a:cxnLst/>
              <a:rect l="l" t="t" r="r" b="b"/>
              <a:pathLst>
                <a:path w="2201280" h="1083733">
                  <a:moveTo>
                    <a:pt x="0" y="0"/>
                  </a:moveTo>
                  <a:lnTo>
                    <a:pt x="2201280" y="0"/>
                  </a:lnTo>
                  <a:lnTo>
                    <a:pt x="2201280" y="1083733"/>
                  </a:lnTo>
                  <a:lnTo>
                    <a:pt x="0" y="1083733"/>
                  </a:lnTo>
                  <a:close/>
                </a:path>
              </a:pathLst>
            </a:custGeom>
            <a:blipFill>
              <a:blip r:embed="rId4"/>
              <a:stretch>
                <a:fillRect t="-3507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6368" y="3086100"/>
            <a:ext cx="8270177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64"/>
              </a:lnSpc>
            </a:pPr>
            <a:r>
              <a:rPr lang="en-US" sz="11500" b="1" spc="-300" dirty="0">
                <a:solidFill>
                  <a:srgbClr val="084DA3"/>
                </a:solidFill>
                <a:latin typeface="Raleway Heavy"/>
                <a:ea typeface="Raleway Heavy"/>
                <a:cs typeface="Raleway Heavy"/>
                <a:sym typeface="Raleway Heavy"/>
              </a:rPr>
              <a:t>ABSTRACT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82200" y="2243782"/>
            <a:ext cx="7429354" cy="6991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8"/>
              </a:lnSpc>
              <a:spcBef>
                <a:spcPct val="0"/>
              </a:spcBef>
            </a:pPr>
            <a:endParaRPr lang="en-US" sz="3298" dirty="0" smtClean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r>
              <a:rPr lang="en-US" sz="3200" dirty="0">
                <a:latin typeface="Raleway" panose="020B0604020202020204" charset="0"/>
              </a:rPr>
              <a:t>The Airport Flight Board &amp; Scheduler is a simple Java application designed to manage flight information. It allows users to display, add, search, and update flights, sort flight records, generate reports, and save information in a text file</a:t>
            </a:r>
            <a:r>
              <a:rPr lang="en-US" sz="3200" dirty="0" smtClean="0">
                <a:latin typeface="Raleway" panose="020B0604020202020204" charset="0"/>
              </a:rPr>
              <a:t>.</a:t>
            </a:r>
          </a:p>
          <a:p>
            <a:endParaRPr lang="en-US" sz="3200" dirty="0">
              <a:latin typeface="Raleway" panose="020B0604020202020204" charset="0"/>
            </a:endParaRPr>
          </a:p>
          <a:p>
            <a:r>
              <a:rPr lang="en-US" sz="3200" dirty="0">
                <a:latin typeface="Raleway" panose="020B0604020202020204" charset="0"/>
              </a:rPr>
              <a:t>The project demonstrates Java concepts from all six modules, including control flow, methods, arrays, object-oriented programming, file handling, and streams</a:t>
            </a:r>
            <a:r>
              <a:rPr lang="en-US" sz="3200" dirty="0" smtClean="0">
                <a:latin typeface="Raleway" panose="020B0604020202020204" charset="0"/>
              </a:rPr>
              <a:t>.</a:t>
            </a:r>
            <a:endParaRPr lang="en-US" sz="3200" dirty="0">
              <a:latin typeface="Raleway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"/>
                            </p:stCondLst>
                            <p:childTnLst>
                              <p:par>
                                <p:cTn id="6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7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123" y="898743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50201" y="1014282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550821" y="1144765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6"/>
                </a:lnTo>
                <a:lnTo>
                  <a:pt x="0" y="294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685497" y="1100805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17859" y="1077310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3446" y="1077310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9217" y="1077310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7227" y="1077310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9899" y="1077310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7723" y="1924227"/>
            <a:ext cx="13772374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3800" b="1" dirty="0" smtClean="0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</a:t>
            </a:r>
            <a:r>
              <a:rPr lang="en-US" sz="13800" b="1" dirty="0" smtClean="0">
                <a:solidFill>
                  <a:schemeClr val="tx2"/>
                </a:solidFill>
                <a:latin typeface="Raleway Heavy"/>
                <a:ea typeface="Raleway Heavy"/>
                <a:cs typeface="Raleway Heavy"/>
                <a:sym typeface="Raleway Heavy"/>
              </a:rPr>
              <a:t>DUCTION</a:t>
            </a:r>
            <a:endParaRPr lang="en-US" sz="13800" b="1" dirty="0">
              <a:solidFill>
                <a:schemeClr val="tx2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887723" y="5067300"/>
            <a:ext cx="8377732" cy="3609356"/>
            <a:chOff x="0" y="0"/>
            <a:chExt cx="2206481" cy="9506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06481" cy="950612"/>
            </a:xfrm>
            <a:custGeom>
              <a:avLst/>
              <a:gdLst/>
              <a:ahLst/>
              <a:cxnLst/>
              <a:rect l="l" t="t" r="r" b="b"/>
              <a:pathLst>
                <a:path w="2206481" h="950612">
                  <a:moveTo>
                    <a:pt x="0" y="0"/>
                  </a:moveTo>
                  <a:lnTo>
                    <a:pt x="2206481" y="0"/>
                  </a:lnTo>
                  <a:lnTo>
                    <a:pt x="2206481" y="950612"/>
                  </a:lnTo>
                  <a:lnTo>
                    <a:pt x="0" y="950612"/>
                  </a:lnTo>
                  <a:close/>
                </a:path>
              </a:pathLst>
            </a:custGeom>
            <a:blipFill>
              <a:blip r:embed="rId5"/>
              <a:stretch>
                <a:fillRect t="-15571" b="-15571"/>
              </a:stretch>
            </a:blipFill>
          </p:spPr>
        </p:sp>
      </p:grpSp>
      <p:sp>
        <p:nvSpPr>
          <p:cNvPr id="20" name="Rectangle 19"/>
          <p:cNvSpPr/>
          <p:nvPr/>
        </p:nvSpPr>
        <p:spPr>
          <a:xfrm>
            <a:off x="9549419" y="4039136"/>
            <a:ext cx="838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Raleway" panose="020B0604020202020204" charset="0"/>
              </a:rPr>
              <a:t>Managing flight details requires </a:t>
            </a:r>
            <a:r>
              <a:rPr lang="en-US" sz="2800" dirty="0" smtClean="0">
                <a:latin typeface="Raleway" panose="020B0604020202020204" charset="0"/>
              </a:rPr>
              <a:t>organized </a:t>
            </a:r>
            <a:r>
              <a:rPr lang="en-US" sz="2800" dirty="0">
                <a:latin typeface="Raleway" panose="020B0604020202020204" charset="0"/>
              </a:rPr>
              <a:t>information that's easy to access and update. This project provides a menu-driven system for basic flight management</a:t>
            </a:r>
            <a:r>
              <a:rPr lang="en-US" sz="2800" dirty="0" smtClean="0">
                <a:latin typeface="Raleway" panose="020B0604020202020204" charset="0"/>
              </a:rPr>
              <a:t>.</a:t>
            </a:r>
          </a:p>
          <a:p>
            <a:endParaRPr lang="en-US" sz="2800" dirty="0">
              <a:latin typeface="Raleway" panose="020B0604020202020204" charset="0"/>
            </a:endParaRPr>
          </a:p>
          <a:p>
            <a:r>
              <a:rPr lang="en-US" sz="2800" b="1" dirty="0" smtClean="0">
                <a:latin typeface="Raleway" panose="020B0604020202020204" charset="0"/>
              </a:rPr>
              <a:t>Objectives:</a:t>
            </a:r>
          </a:p>
          <a:p>
            <a:endParaRPr lang="en-US" sz="2800" b="1" dirty="0">
              <a:latin typeface="Raleway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Raleway" panose="020B0604020202020204" charset="0"/>
              </a:rPr>
              <a:t>Display flight numbers, destinations, timings, and statuses</a:t>
            </a:r>
            <a:r>
              <a:rPr lang="en-US" sz="2800" dirty="0" smtClean="0">
                <a:solidFill>
                  <a:schemeClr val="tx2"/>
                </a:solidFill>
                <a:latin typeface="Raleway" panose="020B0604020202020204" charset="0"/>
              </a:rPr>
              <a:t>.</a:t>
            </a:r>
            <a:endParaRPr lang="en-US" sz="2800" dirty="0">
              <a:solidFill>
                <a:schemeClr val="tx2"/>
              </a:solidFill>
              <a:latin typeface="Raleway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aleway" panose="020B0604020202020204" charset="0"/>
              </a:rPr>
              <a:t>Add new flights and search for existing 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Raleway" panose="020B0604020202020204" charset="0"/>
              </a:rPr>
              <a:t>Update flight status and sort flight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Raleway" panose="020B0604020202020204" charset="0"/>
              </a:rPr>
              <a:t>Generate simple flight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Raleway" panose="020B0604020202020204" charset="0"/>
              </a:rPr>
              <a:t>Save and load flight details using a text file.</a:t>
            </a:r>
          </a:p>
          <a:p>
            <a:endParaRPr lang="en-US" sz="3600" dirty="0">
              <a:latin typeface="Raleway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618147" y="6105674"/>
            <a:ext cx="5176965" cy="2663133"/>
            <a:chOff x="0" y="-47625"/>
            <a:chExt cx="1363481" cy="701401"/>
          </a:xfrm>
        </p:grpSpPr>
        <p:sp>
          <p:nvSpPr>
            <p:cNvPr id="12" name="Freeform 12"/>
            <p:cNvSpPr/>
            <p:nvPr/>
          </p:nvSpPr>
          <p:spPr>
            <a:xfrm>
              <a:off x="0" y="31698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1608" y="1648958"/>
            <a:ext cx="10324496" cy="12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3481" y="6640144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 dirty="0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07804" y="7345537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1929671523"/>
              </p:ext>
            </p:extLst>
          </p:nvPr>
        </p:nvGraphicFramePr>
        <p:xfrm>
          <a:off x="636610" y="3013001"/>
          <a:ext cx="7162800" cy="6840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991600" y="6286500"/>
            <a:ext cx="5176965" cy="2361953"/>
            <a:chOff x="0" y="0"/>
            <a:chExt cx="1363481" cy="6220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848" y="1662830"/>
            <a:ext cx="10324496" cy="12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</a:t>
            </a:r>
            <a:r>
              <a:rPr lang="en-US" sz="7200" b="1" dirty="0" smtClean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2</a:t>
            </a:r>
            <a:endParaRPr lang="en-US" sz="7200" b="1" dirty="0">
              <a:solidFill>
                <a:srgbClr val="004CA6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49439" y="6532382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49439" y="7223936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1005173833"/>
              </p:ext>
            </p:extLst>
          </p:nvPr>
        </p:nvGraphicFramePr>
        <p:xfrm>
          <a:off x="457200" y="2857501"/>
          <a:ext cx="7620000" cy="7191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344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686800" y="6210300"/>
            <a:ext cx="5176965" cy="2361953"/>
            <a:chOff x="0" y="0"/>
            <a:chExt cx="1363481" cy="6220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3291" y="1616857"/>
            <a:ext cx="10324496" cy="12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44639" y="6456182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44639" y="7147736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2547398563"/>
              </p:ext>
            </p:extLst>
          </p:nvPr>
        </p:nvGraphicFramePr>
        <p:xfrm>
          <a:off x="838200" y="3009900"/>
          <a:ext cx="7615769" cy="701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32865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266" y="443344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9344" y="558883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9964" y="689365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794640" y="645406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002" y="621911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589" y="621911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8360" y="621911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6370" y="621911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9042" y="621911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393403421"/>
              </p:ext>
            </p:extLst>
          </p:nvPr>
        </p:nvGraphicFramePr>
        <p:xfrm>
          <a:off x="1219200" y="1790700"/>
          <a:ext cx="7051811" cy="777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2247900"/>
            <a:ext cx="4982310" cy="1905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9771" y="6431280"/>
            <a:ext cx="8381998" cy="3124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0" y="4628367"/>
            <a:ext cx="5840518" cy="1084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991600" y="6286500"/>
            <a:ext cx="5176965" cy="2361953"/>
            <a:chOff x="0" y="0"/>
            <a:chExt cx="1363481" cy="6220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848" y="1662830"/>
            <a:ext cx="10324496" cy="12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49439" y="6532382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49439" y="7223936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945587700"/>
              </p:ext>
            </p:extLst>
          </p:nvPr>
        </p:nvGraphicFramePr>
        <p:xfrm>
          <a:off x="568989" y="3025505"/>
          <a:ext cx="7646476" cy="6809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3851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266" y="443344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9344" y="558883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9964" y="689365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794640" y="645406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002" y="621911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589" y="621911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8360" y="621911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6370" y="621911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9042" y="621911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589851028"/>
              </p:ext>
            </p:extLst>
          </p:nvPr>
        </p:nvGraphicFramePr>
        <p:xfrm>
          <a:off x="1079628" y="1714500"/>
          <a:ext cx="8445372" cy="822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8060" y="1866899"/>
            <a:ext cx="5156369" cy="1981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97580" y="4435078"/>
            <a:ext cx="5843199" cy="27884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7580" y="7810500"/>
            <a:ext cx="5921833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991600" y="6286500"/>
            <a:ext cx="5176965" cy="2361953"/>
            <a:chOff x="0" y="0"/>
            <a:chExt cx="1363481" cy="6220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848" y="1662830"/>
            <a:ext cx="10324496" cy="12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</a:t>
            </a:r>
            <a:r>
              <a:rPr lang="en-US" sz="7200" b="1" dirty="0" smtClean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5</a:t>
            </a:r>
            <a:endParaRPr lang="en-US" sz="7200" b="1" dirty="0">
              <a:solidFill>
                <a:srgbClr val="004CA6"/>
              </a:solidFill>
              <a:latin typeface="Raleway Heavy"/>
              <a:ea typeface="Raleway Heavy"/>
              <a:cs typeface="Raleway Heavy"/>
              <a:sym typeface="Raleway Heavy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49439" y="6532382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49439" y="7223936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4" name="Diagram 23"/>
          <p:cNvGraphicFramePr/>
          <p:nvPr>
            <p:extLst>
              <p:ext uri="{D42A27DB-BD31-4B8C-83A1-F6EECF244321}">
                <p14:modId xmlns:p14="http://schemas.microsoft.com/office/powerpoint/2010/main" val="2380501747"/>
              </p:ext>
            </p:extLst>
          </p:nvPr>
        </p:nvGraphicFramePr>
        <p:xfrm>
          <a:off x="669451" y="2944602"/>
          <a:ext cx="7813628" cy="7036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8740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266" y="443344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9344" y="558883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9964" y="689365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794640" y="645406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002" y="621911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589" y="621911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8360" y="621911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6370" y="621911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9042" y="621911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3558598214"/>
              </p:ext>
            </p:extLst>
          </p:nvPr>
        </p:nvGraphicFramePr>
        <p:xfrm>
          <a:off x="1022266" y="1421640"/>
          <a:ext cx="8666776" cy="8370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9145" y="7640382"/>
            <a:ext cx="6268312" cy="1447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9680" y="4229100"/>
            <a:ext cx="5797777" cy="302266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1234" y="2190314"/>
            <a:ext cx="4493474" cy="165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543871" y="2285213"/>
            <a:ext cx="6715429" cy="6973087"/>
            <a:chOff x="0" y="0"/>
            <a:chExt cx="1768673" cy="18365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673" cy="1836533"/>
            </a:xfrm>
            <a:custGeom>
              <a:avLst/>
              <a:gdLst/>
              <a:ahLst/>
              <a:cxnLst/>
              <a:rect l="l" t="t" r="r" b="b"/>
              <a:pathLst>
                <a:path w="1768673" h="1836533">
                  <a:moveTo>
                    <a:pt x="0" y="0"/>
                  </a:moveTo>
                  <a:lnTo>
                    <a:pt x="1768673" y="0"/>
                  </a:lnTo>
                  <a:lnTo>
                    <a:pt x="1768673" y="1836533"/>
                  </a:lnTo>
                  <a:lnTo>
                    <a:pt x="0" y="1836533"/>
                  </a:lnTo>
                  <a:close/>
                </a:path>
              </a:pathLst>
            </a:custGeom>
            <a:blipFill>
              <a:blip r:embed="rId4"/>
              <a:stretch>
                <a:fillRect l="-19224" r="-1922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991600" y="6286500"/>
            <a:ext cx="5176965" cy="2361953"/>
            <a:chOff x="0" y="0"/>
            <a:chExt cx="1363481" cy="6220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3481" cy="622078"/>
            </a:xfrm>
            <a:custGeom>
              <a:avLst/>
              <a:gdLst/>
              <a:ahLst/>
              <a:cxnLst/>
              <a:rect l="l" t="t" r="r" b="b"/>
              <a:pathLst>
                <a:path w="1363481" h="622078">
                  <a:moveTo>
                    <a:pt x="0" y="0"/>
                  </a:moveTo>
                  <a:lnTo>
                    <a:pt x="1363481" y="0"/>
                  </a:lnTo>
                  <a:lnTo>
                    <a:pt x="1363481" y="622078"/>
                  </a:lnTo>
                  <a:lnTo>
                    <a:pt x="0" y="622078"/>
                  </a:ln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63481" cy="669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848" y="1662830"/>
            <a:ext cx="10324496" cy="12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200" b="1" dirty="0">
                <a:solidFill>
                  <a:srgbClr val="004CA6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MODULE 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49439" y="6532382"/>
            <a:ext cx="45862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Connecting People And Places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49439" y="7223936"/>
            <a:ext cx="458629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84" dirty="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Airports connect travelers, transportation, facilities, and every stage of the journey.</a:t>
            </a:r>
          </a:p>
        </p:txBody>
      </p:sp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1210203531"/>
              </p:ext>
            </p:extLst>
          </p:nvPr>
        </p:nvGraphicFramePr>
        <p:xfrm>
          <a:off x="952427" y="3017885"/>
          <a:ext cx="7189319" cy="7002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827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266" y="443344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9344" y="558883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9964" y="689365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794640" y="645406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002" y="621911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589" y="621911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8360" y="621911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6370" y="621911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9042" y="621911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172172875"/>
              </p:ext>
            </p:extLst>
          </p:nvPr>
        </p:nvGraphicFramePr>
        <p:xfrm>
          <a:off x="1022266" y="1421640"/>
          <a:ext cx="9721934" cy="8370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3350" y="4686300"/>
            <a:ext cx="6262575" cy="10875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64634" y="6241049"/>
            <a:ext cx="6060009" cy="533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89540" y="3119182"/>
            <a:ext cx="54101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5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94677" y="2159000"/>
            <a:ext cx="9853813" cy="274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9999" b="1" dirty="0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COMPLETE PROJECT 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Contact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36114" y="1775734"/>
            <a:ext cx="6904200" cy="83560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 smtClean="0">
                <a:latin typeface="Raleway" panose="020B0604020202020204" charset="0"/>
              </a:rPr>
              <a:t>Start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>
                <a:latin typeface="Raleway" panose="020B0604020202020204" charset="0"/>
              </a:rPr>
              <a:t>Load saved flight </a:t>
            </a:r>
            <a:r>
              <a:rPr lang="en-US" sz="3600" dirty="0" smtClean="0">
                <a:latin typeface="Raleway" panose="020B0604020202020204" charset="0"/>
              </a:rPr>
              <a:t>records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>
                <a:latin typeface="Raleway" panose="020B0604020202020204" charset="0"/>
              </a:rPr>
              <a:t>Display </a:t>
            </a:r>
            <a:r>
              <a:rPr lang="en-US" sz="3600" dirty="0" smtClean="0">
                <a:latin typeface="Raleway" panose="020B0604020202020204" charset="0"/>
              </a:rPr>
              <a:t>menu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>
                <a:latin typeface="Raleway" panose="020B0604020202020204" charset="0"/>
              </a:rPr>
              <a:t>Read user </a:t>
            </a:r>
            <a:r>
              <a:rPr lang="en-US" sz="3600" dirty="0" smtClean="0">
                <a:latin typeface="Raleway" panose="020B0604020202020204" charset="0"/>
              </a:rPr>
              <a:t>choice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>
                <a:latin typeface="Raleway" panose="020B0604020202020204" charset="0"/>
              </a:rPr>
              <a:t>Add / Display / Search / Update / Sort / </a:t>
            </a:r>
            <a:r>
              <a:rPr lang="en-US" sz="3600" dirty="0" smtClean="0">
                <a:latin typeface="Raleway" panose="020B0604020202020204" charset="0"/>
              </a:rPr>
              <a:t>Report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>
                <a:latin typeface="Raleway" panose="020B0604020202020204" charset="0"/>
              </a:rPr>
              <a:t>Save data when </a:t>
            </a:r>
            <a:r>
              <a:rPr lang="en-US" sz="3600" dirty="0" smtClean="0">
                <a:latin typeface="Raleway" panose="020B0604020202020204" charset="0"/>
              </a:rPr>
              <a:t>required</a:t>
            </a:r>
          </a:p>
          <a:p>
            <a:pPr algn="ctr"/>
            <a:r>
              <a:rPr lang="en-US" sz="3600" dirty="0" smtClean="0">
                <a:solidFill>
                  <a:srgbClr val="000000"/>
                </a:solidFill>
                <a:latin typeface="Raleway" panose="020B0604020202020204" charset="0"/>
                <a:ea typeface="Raleway"/>
                <a:cs typeface="Raleway"/>
                <a:sym typeface="Raleway"/>
              </a:rPr>
              <a:t>↓</a:t>
            </a:r>
            <a:endParaRPr lang="en-US" sz="3600" dirty="0">
              <a:latin typeface="Raleway" panose="020B0604020202020204" charset="0"/>
            </a:endParaRPr>
          </a:p>
          <a:p>
            <a:pPr algn="ctr"/>
            <a:r>
              <a:rPr lang="en-US" sz="3600" dirty="0" smtClean="0">
                <a:latin typeface="Raleway" panose="020B0604020202020204" charset="0"/>
              </a:rPr>
              <a:t>Exit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131470"/>
              </p:ext>
            </p:extLst>
          </p:nvPr>
        </p:nvGraphicFramePr>
        <p:xfrm>
          <a:off x="920077" y="5676900"/>
          <a:ext cx="9281452" cy="3733800"/>
        </p:xfrm>
        <a:graphic>
          <a:graphicData uri="http://schemas.openxmlformats.org/drawingml/2006/table">
            <a:tbl>
              <a:tblPr/>
              <a:tblGrid>
                <a:gridCol w="2320363">
                  <a:extLst>
                    <a:ext uri="{9D8B030D-6E8A-4147-A177-3AD203B41FA5}">
                      <a16:colId xmlns:a16="http://schemas.microsoft.com/office/drawing/2014/main" val="1961788526"/>
                    </a:ext>
                  </a:extLst>
                </a:gridCol>
                <a:gridCol w="2320363">
                  <a:extLst>
                    <a:ext uri="{9D8B030D-6E8A-4147-A177-3AD203B41FA5}">
                      <a16:colId xmlns:a16="http://schemas.microsoft.com/office/drawing/2014/main" val="57593014"/>
                    </a:ext>
                  </a:extLst>
                </a:gridCol>
                <a:gridCol w="2320363">
                  <a:extLst>
                    <a:ext uri="{9D8B030D-6E8A-4147-A177-3AD203B41FA5}">
                      <a16:colId xmlns:a16="http://schemas.microsoft.com/office/drawing/2014/main" val="3444370011"/>
                    </a:ext>
                  </a:extLst>
                </a:gridCol>
                <a:gridCol w="2320363">
                  <a:extLst>
                    <a:ext uri="{9D8B030D-6E8A-4147-A177-3AD203B41FA5}">
                      <a16:colId xmlns:a16="http://schemas.microsoft.com/office/drawing/2014/main" val="1127789083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Flight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Destination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4876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AI101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Delhi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10:30 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Scheduled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120268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6E202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Mumbai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12:00 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Delayed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73635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UK303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Chennai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2:30 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aleway" panose="020B0604020202020204" charset="0"/>
                        </a:rPr>
                        <a:t>Departed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55677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602942" y="5922089"/>
            <a:ext cx="12099556" cy="3468127"/>
            <a:chOff x="0" y="0"/>
            <a:chExt cx="3186714" cy="9134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86714" cy="913416"/>
            </a:xfrm>
            <a:custGeom>
              <a:avLst/>
              <a:gdLst/>
              <a:ahLst/>
              <a:cxnLst/>
              <a:rect l="l" t="t" r="r" b="b"/>
              <a:pathLst>
                <a:path w="3186714" h="913416">
                  <a:moveTo>
                    <a:pt x="0" y="0"/>
                  </a:moveTo>
                  <a:lnTo>
                    <a:pt x="3186714" y="0"/>
                  </a:lnTo>
                  <a:lnTo>
                    <a:pt x="3186714" y="913416"/>
                  </a:lnTo>
                  <a:lnTo>
                    <a:pt x="0" y="913416"/>
                  </a:lnTo>
                  <a:close/>
                </a:path>
              </a:pathLst>
            </a:custGeom>
            <a:blipFill>
              <a:blip r:embed="rId4"/>
              <a:stretch>
                <a:fillRect t="-102341" b="-2966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48" y="2093393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chemeClr val="tx2"/>
                </a:solidFill>
                <a:latin typeface="Raleway Heavy" panose="020B0604020202020204" charset="0"/>
              </a:rPr>
              <a:t>CONCLUSION</a:t>
            </a:r>
            <a:endParaRPr lang="en-US" sz="7200" b="1" dirty="0">
              <a:solidFill>
                <a:schemeClr val="tx2"/>
              </a:solidFill>
              <a:latin typeface="Raleway Heavy" panose="020B06040202020202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0" y="5508892"/>
            <a:ext cx="7153464" cy="55504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1"/>
                </a:solidFill>
                <a:latin typeface="Raleway" panose="020B0604020202020204" charset="0"/>
              </a:rPr>
              <a:t>Future </a:t>
            </a:r>
            <a:r>
              <a:rPr lang="en-US" sz="3200" b="1" dirty="0">
                <a:solidFill>
                  <a:schemeClr val="accent1"/>
                </a:solidFill>
                <a:latin typeface="Raleway" panose="020B0604020202020204" charset="0"/>
              </a:rPr>
              <a:t>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Raleway" panose="020B0604020202020204" charset="0"/>
              </a:rPr>
              <a:t>Add a graphical user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Raleway" panose="020B0604020202020204" charset="0"/>
              </a:rPr>
              <a:t>Connect the system to a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Raleway" panose="020B0604020202020204" charset="0"/>
              </a:rPr>
              <a:t>Include real-time flight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Raleway" panose="020B0604020202020204" charset="0"/>
              </a:rPr>
              <a:t>Add passenger booking and cancellation.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Raleway" panose="020B0604020202020204" charset="0"/>
              </a:rPr>
              <a:t>Generate more detailed flight reports</a:t>
            </a:r>
            <a:r>
              <a:rPr lang="en-US" sz="3200" dirty="0" smtClean="0">
                <a:latin typeface="Raleway" panose="020B0604020202020204" charset="0"/>
              </a:rPr>
              <a:t>.</a:t>
            </a:r>
          </a:p>
          <a:p>
            <a:endParaRPr lang="en-US" sz="3200" dirty="0">
              <a:latin typeface="Raleway" panose="020B060402020202020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47536" y="3368311"/>
            <a:ext cx="1727115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Raleway" panose="020B0604020202020204" charset="0"/>
              </a:rPr>
              <a:t>The Airport Flight Board &amp; Scheduler demonstrates how Java can be used to build a simple flight-management application. It combines programming fundamentals, control flow, methods, arrays, object-oriented programming, file handling, sorting, and stream-based reporting.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602942" y="5922089"/>
            <a:ext cx="12099556" cy="3468127"/>
            <a:chOff x="0" y="0"/>
            <a:chExt cx="3186714" cy="9134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86714" cy="913416"/>
            </a:xfrm>
            <a:custGeom>
              <a:avLst/>
              <a:gdLst/>
              <a:ahLst/>
              <a:cxnLst/>
              <a:rect l="l" t="t" r="r" b="b"/>
              <a:pathLst>
                <a:path w="3186714" h="913416">
                  <a:moveTo>
                    <a:pt x="0" y="0"/>
                  </a:moveTo>
                  <a:lnTo>
                    <a:pt x="3186714" y="0"/>
                  </a:lnTo>
                  <a:lnTo>
                    <a:pt x="3186714" y="913416"/>
                  </a:lnTo>
                  <a:lnTo>
                    <a:pt x="0" y="913416"/>
                  </a:lnTo>
                  <a:close/>
                </a:path>
              </a:pathLst>
            </a:custGeom>
            <a:blipFill>
              <a:blip r:embed="rId4"/>
              <a:stretch>
                <a:fillRect t="-102341" b="-2966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48" y="2093393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chemeClr val="tx2"/>
                </a:solidFill>
                <a:latin typeface="Raleway Heavy" panose="020B0604020202020204" charset="0"/>
              </a:rPr>
              <a:t>OUTPUT</a:t>
            </a:r>
            <a:endParaRPr lang="en-US" sz="7200" b="1" dirty="0">
              <a:solidFill>
                <a:schemeClr val="tx2"/>
              </a:solidFill>
              <a:latin typeface="Raleway Heavy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7587" y="3735045"/>
            <a:ext cx="71348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Raleway" panose="020B0604020202020204" charset="0"/>
              </a:rPr>
              <a:t>=== AIRPORT FLIGHT BOARD ===</a:t>
            </a:r>
          </a:p>
          <a:p>
            <a:r>
              <a:rPr lang="en-US" sz="2400" dirty="0">
                <a:latin typeface="Raleway" panose="020B0604020202020204" charset="0"/>
              </a:rPr>
              <a:t>1. Display Flights</a:t>
            </a:r>
          </a:p>
          <a:p>
            <a:r>
              <a:rPr lang="en-US" sz="2400" dirty="0">
                <a:latin typeface="Raleway" panose="020B0604020202020204" charset="0"/>
              </a:rPr>
              <a:t>2. Add Flight</a:t>
            </a:r>
          </a:p>
          <a:p>
            <a:r>
              <a:rPr lang="en-US" sz="2400" dirty="0">
                <a:latin typeface="Raleway" panose="020B0604020202020204" charset="0"/>
              </a:rPr>
              <a:t>3. Search Flight</a:t>
            </a:r>
          </a:p>
          <a:p>
            <a:r>
              <a:rPr lang="en-US" sz="2400" dirty="0">
                <a:latin typeface="Raleway" panose="020B0604020202020204" charset="0"/>
              </a:rPr>
              <a:t>4. Update Status</a:t>
            </a:r>
          </a:p>
          <a:p>
            <a:r>
              <a:rPr lang="en-US" sz="2400" dirty="0">
                <a:latin typeface="Raleway" panose="020B0604020202020204" charset="0"/>
              </a:rPr>
              <a:t>5. Sort Flights</a:t>
            </a:r>
          </a:p>
          <a:p>
            <a:r>
              <a:rPr lang="en-US" sz="2400" dirty="0">
                <a:latin typeface="Raleway" panose="020B0604020202020204" charset="0"/>
              </a:rPr>
              <a:t>6. Flight Report</a:t>
            </a:r>
          </a:p>
          <a:p>
            <a:r>
              <a:rPr lang="en-US" sz="2400" dirty="0">
                <a:latin typeface="Raleway" panose="020B0604020202020204" charset="0"/>
              </a:rPr>
              <a:t>7. Show Destinations</a:t>
            </a:r>
          </a:p>
          <a:p>
            <a:r>
              <a:rPr lang="en-US" sz="2400" dirty="0">
                <a:latin typeface="Raleway" panose="020B0604020202020204" charset="0"/>
              </a:rPr>
              <a:t>8. Save Flights</a:t>
            </a:r>
          </a:p>
          <a:p>
            <a:r>
              <a:rPr lang="en-US" sz="2400" dirty="0">
                <a:latin typeface="Raleway" panose="020B0604020202020204" charset="0"/>
              </a:rPr>
              <a:t>9. Matrix Addition</a:t>
            </a:r>
          </a:p>
          <a:p>
            <a:r>
              <a:rPr lang="en-US" sz="2400" dirty="0">
                <a:latin typeface="Raleway" panose="020B0604020202020204" charset="0"/>
              </a:rPr>
              <a:t>10. Show OOP Demo</a:t>
            </a:r>
          </a:p>
          <a:p>
            <a:r>
              <a:rPr lang="en-US" sz="2400" dirty="0">
                <a:latin typeface="Raleway" panose="020B0604020202020204" charset="0"/>
              </a:rPr>
              <a:t>0. Exit</a:t>
            </a:r>
          </a:p>
          <a:p>
            <a:r>
              <a:rPr lang="en-US" sz="2400" dirty="0">
                <a:latin typeface="Raleway" panose="020B0604020202020204" charset="0"/>
              </a:rPr>
              <a:t>Enter </a:t>
            </a:r>
            <a:r>
              <a:rPr lang="en-US" sz="2400" dirty="0" smtClean="0">
                <a:latin typeface="Raleway" panose="020B0604020202020204" charset="0"/>
              </a:rPr>
              <a:t>choice:</a:t>
            </a:r>
          </a:p>
          <a:p>
            <a:endParaRPr lang="en-US" sz="2400" dirty="0">
              <a:latin typeface="Raleway" panose="020B0604020202020204" charset="0"/>
            </a:endParaRPr>
          </a:p>
          <a:p>
            <a:r>
              <a:rPr lang="en-US" sz="2400" dirty="0">
                <a:latin typeface="Raleway" panose="020B060402020202020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080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hlinkClick r:id="rId2"/>
          </p:cNvPr>
          <p:cNvSpPr/>
          <p:nvPr/>
        </p:nvSpPr>
        <p:spPr>
          <a:xfrm>
            <a:off x="1676400" y="2247900"/>
            <a:ext cx="9525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https://</a:t>
            </a:r>
            <a:r>
              <a:rPr lang="en-US" sz="3600" dirty="0" smtClean="0"/>
              <a:t>github.com/likhita-ravi/Airport-Flight-Scheduler-Java/tree/main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10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6848" y="810138"/>
            <a:ext cx="16242452" cy="787029"/>
            <a:chOff x="0" y="0"/>
            <a:chExt cx="4277847" cy="207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7847" cy="207283"/>
            </a:xfrm>
            <a:custGeom>
              <a:avLst/>
              <a:gdLst/>
              <a:ahLst/>
              <a:cxnLst/>
              <a:rect l="l" t="t" r="r" b="b"/>
              <a:pathLst>
                <a:path w="4277847" h="207283">
                  <a:moveTo>
                    <a:pt x="24309" y="0"/>
                  </a:moveTo>
                  <a:lnTo>
                    <a:pt x="4253538" y="0"/>
                  </a:lnTo>
                  <a:cubicBezTo>
                    <a:pt x="4259986" y="0"/>
                    <a:pt x="4266169" y="2561"/>
                    <a:pt x="4270727" y="7120"/>
                  </a:cubicBezTo>
                  <a:cubicBezTo>
                    <a:pt x="4275286" y="11679"/>
                    <a:pt x="4277847" y="17862"/>
                    <a:pt x="4277847" y="24309"/>
                  </a:cubicBezTo>
                  <a:lnTo>
                    <a:pt x="4277847" y="182974"/>
                  </a:lnTo>
                  <a:cubicBezTo>
                    <a:pt x="4277847" y="196400"/>
                    <a:pt x="4266964" y="207283"/>
                    <a:pt x="4253538" y="207283"/>
                  </a:cubicBezTo>
                  <a:lnTo>
                    <a:pt x="24309" y="207283"/>
                  </a:lnTo>
                  <a:cubicBezTo>
                    <a:pt x="17862" y="207283"/>
                    <a:pt x="11679" y="204722"/>
                    <a:pt x="7120" y="200163"/>
                  </a:cubicBezTo>
                  <a:cubicBezTo>
                    <a:pt x="2561" y="195605"/>
                    <a:pt x="0" y="189422"/>
                    <a:pt x="0" y="182974"/>
                  </a:cubicBezTo>
                  <a:lnTo>
                    <a:pt x="0" y="24309"/>
                  </a:lnTo>
                  <a:cubicBezTo>
                    <a:pt x="0" y="10884"/>
                    <a:pt x="10884" y="0"/>
                    <a:pt x="243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77847" cy="25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53926" y="925677"/>
            <a:ext cx="2673290" cy="555951"/>
            <a:chOff x="0" y="0"/>
            <a:chExt cx="704076" cy="146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076" cy="146423"/>
            </a:xfrm>
            <a:custGeom>
              <a:avLst/>
              <a:gdLst/>
              <a:ahLst/>
              <a:cxnLst/>
              <a:rect l="l" t="t" r="r" b="b"/>
              <a:pathLst>
                <a:path w="704076" h="146423">
                  <a:moveTo>
                    <a:pt x="73212" y="0"/>
                  </a:moveTo>
                  <a:lnTo>
                    <a:pt x="630865" y="0"/>
                  </a:lnTo>
                  <a:cubicBezTo>
                    <a:pt x="650282" y="0"/>
                    <a:pt x="668903" y="7713"/>
                    <a:pt x="682633" y="21443"/>
                  </a:cubicBezTo>
                  <a:cubicBezTo>
                    <a:pt x="696363" y="35173"/>
                    <a:pt x="704076" y="53795"/>
                    <a:pt x="704076" y="73212"/>
                  </a:cubicBezTo>
                  <a:lnTo>
                    <a:pt x="704076" y="73212"/>
                  </a:lnTo>
                  <a:cubicBezTo>
                    <a:pt x="704076" y="113645"/>
                    <a:pt x="671298" y="146423"/>
                    <a:pt x="630865" y="146423"/>
                  </a:cubicBezTo>
                  <a:lnTo>
                    <a:pt x="73212" y="146423"/>
                  </a:lnTo>
                  <a:cubicBezTo>
                    <a:pt x="32778" y="146423"/>
                    <a:pt x="0" y="113645"/>
                    <a:pt x="0" y="73212"/>
                  </a:cubicBezTo>
                  <a:lnTo>
                    <a:pt x="0" y="73212"/>
                  </a:lnTo>
                  <a:cubicBezTo>
                    <a:pt x="0" y="32778"/>
                    <a:pt x="32778" y="0"/>
                    <a:pt x="7321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04076" cy="194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54546" y="1056159"/>
            <a:ext cx="294987" cy="294987"/>
          </a:xfrm>
          <a:custGeom>
            <a:avLst/>
            <a:gdLst/>
            <a:ahLst/>
            <a:cxnLst/>
            <a:rect l="l" t="t" r="r" b="b"/>
            <a:pathLst>
              <a:path w="294987" h="294987">
                <a:moveTo>
                  <a:pt x="0" y="0"/>
                </a:moveTo>
                <a:lnTo>
                  <a:pt x="294987" y="0"/>
                </a:lnTo>
                <a:lnTo>
                  <a:pt x="294987" y="294987"/>
                </a:lnTo>
                <a:lnTo>
                  <a:pt x="0" y="29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789222" y="1012200"/>
            <a:ext cx="167423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Search. . 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1584" y="988705"/>
            <a:ext cx="147256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7171" y="988705"/>
            <a:ext cx="306991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Worldwide Airlines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2942" y="988705"/>
            <a:ext cx="177189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00952" y="988705"/>
            <a:ext cx="1674231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Contact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3624" y="988705"/>
            <a:ext cx="1408538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AFAFA"/>
                </a:solidFill>
                <a:latin typeface="Raleway"/>
                <a:ea typeface="Raleway"/>
                <a:cs typeface="Raleway"/>
                <a:sym typeface="Raleway"/>
              </a:rPr>
              <a:t>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803155"/>
            <a:ext cx="5157254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spc="-14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TEAM MEMBERS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778421"/>
            <a:ext cx="5766792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  <a:p>
            <a:pPr algn="l">
              <a:lnSpc>
                <a:spcPts val="4200"/>
              </a:lnSpc>
            </a:pPr>
            <a:r>
              <a:rPr lang="en-US" sz="3000" spc="-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S.LIKHITA</a:t>
            </a:r>
          </a:p>
          <a:p>
            <a:pPr algn="l">
              <a:lnSpc>
                <a:spcPts val="4200"/>
              </a:lnSpc>
            </a:pPr>
            <a:r>
              <a:rPr lang="en-US" sz="3000" spc="-1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B.HASINI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647" y="2272020"/>
            <a:ext cx="15355806" cy="189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2"/>
              </a:lnSpc>
            </a:pPr>
            <a:r>
              <a:rPr lang="en-US" sz="13587" b="1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 YOU</a:t>
            </a:r>
          </a:p>
        </p:txBody>
      </p:sp>
      <p:sp>
        <p:nvSpPr>
          <p:cNvPr id="18" name="Freeform 18"/>
          <p:cNvSpPr/>
          <p:nvPr/>
        </p:nvSpPr>
        <p:spPr>
          <a:xfrm>
            <a:off x="6338626" y="4648024"/>
            <a:ext cx="16230600" cy="7060311"/>
          </a:xfrm>
          <a:custGeom>
            <a:avLst/>
            <a:gdLst/>
            <a:ahLst/>
            <a:cxnLst/>
            <a:rect l="l" t="t" r="r" b="b"/>
            <a:pathLst>
              <a:path w="16230600" h="7060311">
                <a:moveTo>
                  <a:pt x="0" y="0"/>
                </a:moveTo>
                <a:lnTo>
                  <a:pt x="16230600" y="0"/>
                </a:lnTo>
                <a:lnTo>
                  <a:pt x="16230600" y="7060311"/>
                </a:lnTo>
                <a:lnTo>
                  <a:pt x="0" y="7060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972676" y="8381281"/>
            <a:ext cx="4286624" cy="841765"/>
            <a:chOff x="0" y="0"/>
            <a:chExt cx="1128987" cy="2216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8987" cy="221699"/>
            </a:xfrm>
            <a:custGeom>
              <a:avLst/>
              <a:gdLst/>
              <a:ahLst/>
              <a:cxnLst/>
              <a:rect l="l" t="t" r="r" b="b"/>
              <a:pathLst>
                <a:path w="1128987" h="221699">
                  <a:moveTo>
                    <a:pt x="92109" y="0"/>
                  </a:moveTo>
                  <a:lnTo>
                    <a:pt x="1036878" y="0"/>
                  </a:lnTo>
                  <a:cubicBezTo>
                    <a:pt x="1087749" y="0"/>
                    <a:pt x="1128987" y="41239"/>
                    <a:pt x="1128987" y="92109"/>
                  </a:cubicBezTo>
                  <a:lnTo>
                    <a:pt x="1128987" y="129590"/>
                  </a:lnTo>
                  <a:cubicBezTo>
                    <a:pt x="1128987" y="180461"/>
                    <a:pt x="1087749" y="221699"/>
                    <a:pt x="1036878" y="221699"/>
                  </a:cubicBezTo>
                  <a:lnTo>
                    <a:pt x="92109" y="221699"/>
                  </a:lnTo>
                  <a:cubicBezTo>
                    <a:pt x="41239" y="221699"/>
                    <a:pt x="0" y="180461"/>
                    <a:pt x="0" y="129590"/>
                  </a:cubicBezTo>
                  <a:lnTo>
                    <a:pt x="0" y="92109"/>
                  </a:lnTo>
                  <a:cubicBezTo>
                    <a:pt x="0" y="41239"/>
                    <a:pt x="41239" y="0"/>
                    <a:pt x="92109" y="0"/>
                  </a:cubicBezTo>
                  <a:close/>
                </a:path>
              </a:pathLst>
            </a:custGeom>
            <a:solidFill>
              <a:srgbClr val="084DA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128987" cy="25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166051" y="8557688"/>
            <a:ext cx="389987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04">
                <a:solidFill>
                  <a:srgbClr val="FAFAFA"/>
                </a:solidFill>
                <a:latin typeface="Raleway Bold"/>
                <a:ea typeface="Raleway Bold"/>
                <a:cs typeface="Raleway Bold"/>
                <a:sym typeface="Raleway Bold"/>
              </a:rPr>
              <a:t>END OF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1486</Words>
  <Application>Microsoft Office PowerPoint</Application>
  <PresentationFormat>Custom</PresentationFormat>
  <Paragraphs>278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Raleway Heavy</vt:lpstr>
      <vt:lpstr>Arial</vt:lpstr>
      <vt:lpstr>Raleway Italics</vt:lpstr>
      <vt:lpstr>Poppins</vt:lpstr>
      <vt:lpstr>Calibri</vt:lpstr>
      <vt:lpstr>Raleway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Airport Presentation</dc:title>
  <cp:lastModifiedBy>User</cp:lastModifiedBy>
  <cp:revision>23</cp:revision>
  <dcterms:created xsi:type="dcterms:W3CDTF">2006-08-16T00:00:00Z</dcterms:created>
  <dcterms:modified xsi:type="dcterms:W3CDTF">2026-10-15T16:35:25Z</dcterms:modified>
  <dc:identifier>DAHWFIy7auI</dc:identifier>
</cp:coreProperties>
</file>